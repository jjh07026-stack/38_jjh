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  <p:sldMasterId id="214748366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09857F5-C93C-4052-B698-A53033A13D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4"/>
        <p:guide pos="38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slideMaster" Target="slideMasters/slideMaster2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theme" Target="theme/theme1.xml"  /><Relationship Id="rId27" Type="http://schemas.openxmlformats.org/officeDocument/2006/relationships/tableStyles" Target="tableStyles.xml"  /><Relationship Id="rId3" Type="http://schemas.openxmlformats.org/officeDocument/2006/relationships/notesMaster" Target="notesMasters/notes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223" name="Google Shape;223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236" name="Google Shape;236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1c113ec52234ad39_3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4" name="Google Shape;254;h1c113ec52234ad39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3c97a2369791e3d3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80" name="Google Shape;280;h3c97a2369791e3d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6ecb6d244552310a_0_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06" name="Google Shape;306;h6ecb6d244552310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6ecb6d244552310a_0_8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65" name="Google Shape;365;h6ecb6d244552310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6ecb6d244552310a_0_9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78" name="Google Shape;378;h6ecb6d244552310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6ecb6d244552310a_0_1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00" name="Google Shape;400;h6ecb6d244552310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41fe0108d027a184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33" name="Google Shape;433;h41fe0108d027a1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49" name="Google Shape;4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70" name="Google Shape;4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88" name="Google Shape;4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06" name="Google Shape;5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22" name="Google Shape;5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38" name="Google Shape;5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54" name="Google Shape;5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70" name="Google Shape;5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84" name="Google Shape;5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97" name="Google Shape;59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sz="1200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12" name="Google Shape;61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20</a:t>
            </a:fld>
            <a:endParaRPr lang="en-US"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>
  <p:cSld name="8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14"/>
          <p:cNvGrpSpPr/>
          <p:nvPr/>
        </p:nvGrpSpPr>
        <p:grpSpPr>
          <a:xfrm>
            <a:off x="0" y="0"/>
            <a:ext cx="12192000" cy="6858000"/>
            <a:chOff x="4144963" y="2209800"/>
            <a:chExt cx="3902076" cy="2438401"/>
          </a:xfrm>
        </p:grpSpPr>
        <p:sp>
          <p:nvSpPr>
            <p:cNvPr id="13" name="Google Shape;13;p14"/>
            <p:cNvSpPr/>
            <p:nvPr/>
          </p:nvSpPr>
          <p:spPr>
            <a:xfrm>
              <a:off x="4144963" y="2209800"/>
              <a:ext cx="3902075" cy="2438400"/>
            </a:xfrm>
            <a:prstGeom prst="rect">
              <a:avLst/>
            </a:prstGeom>
            <a:solidFill>
              <a:srgbClr val="112C5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4643438" y="2209800"/>
              <a:ext cx="817563" cy="90488"/>
            </a:xfrm>
            <a:custGeom>
              <a:rect b="b" l="l" r="r" t="t"/>
              <a:pathLst>
                <a:path extrusionOk="0" h="401" w="3606">
                  <a:moveTo>
                    <a:pt x="3606" y="0"/>
                  </a:moveTo>
                  <a:lnTo>
                    <a:pt x="1705" y="401"/>
                  </a:lnTo>
                  <a:lnTo>
                    <a:pt x="0" y="0"/>
                  </a:lnTo>
                  <a:lnTo>
                    <a:pt x="3606" y="0"/>
                  </a:lnTo>
                  <a:close/>
                </a:path>
              </a:pathLst>
            </a:custGeom>
            <a:solidFill>
              <a:srgbClr val="9EBE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4168776" y="2209800"/>
              <a:ext cx="860425" cy="330200"/>
            </a:xfrm>
            <a:custGeom>
              <a:rect b="b" l="l" r="r" t="t"/>
              <a:pathLst>
                <a:path extrusionOk="0" h="1455" w="3798">
                  <a:moveTo>
                    <a:pt x="0" y="0"/>
                  </a:moveTo>
                  <a:lnTo>
                    <a:pt x="1152" y="1455"/>
                  </a:lnTo>
                  <a:lnTo>
                    <a:pt x="3798" y="401"/>
                  </a:lnTo>
                  <a:lnTo>
                    <a:pt x="20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BE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4178301" y="2222500"/>
              <a:ext cx="850900" cy="188913"/>
            </a:xfrm>
            <a:custGeom>
              <a:rect b="b" l="l" r="r" t="t"/>
              <a:pathLst>
                <a:path extrusionOk="0" h="835" w="3756">
                  <a:moveTo>
                    <a:pt x="3756" y="348"/>
                  </a:moveTo>
                  <a:lnTo>
                    <a:pt x="0" y="0"/>
                  </a:lnTo>
                  <a:lnTo>
                    <a:pt x="2534" y="835"/>
                  </a:lnTo>
                  <a:lnTo>
                    <a:pt x="3756" y="348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4144963" y="2209800"/>
              <a:ext cx="284163" cy="1014413"/>
            </a:xfrm>
            <a:custGeom>
              <a:rect b="b" l="l" r="r" t="t"/>
              <a:pathLst>
                <a:path extrusionOk="0" h="4472" w="1254">
                  <a:moveTo>
                    <a:pt x="1254" y="1455"/>
                  </a:moveTo>
                  <a:lnTo>
                    <a:pt x="0" y="4472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254" y="1455"/>
                  </a:lnTo>
                  <a:close/>
                </a:path>
              </a:pathLst>
            </a:custGeom>
            <a:solidFill>
              <a:srgbClr val="2D68B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4144963" y="2222500"/>
              <a:ext cx="284163" cy="1001713"/>
            </a:xfrm>
            <a:custGeom>
              <a:rect b="b" l="l" r="r" t="t"/>
              <a:pathLst>
                <a:path extrusionOk="0" h="4419" w="1254">
                  <a:moveTo>
                    <a:pt x="1254" y="1402"/>
                  </a:moveTo>
                  <a:lnTo>
                    <a:pt x="0" y="4419"/>
                  </a:lnTo>
                  <a:lnTo>
                    <a:pt x="0" y="1478"/>
                  </a:lnTo>
                  <a:lnTo>
                    <a:pt x="144" y="0"/>
                  </a:lnTo>
                  <a:lnTo>
                    <a:pt x="1254" y="1402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4144963" y="2540000"/>
              <a:ext cx="511175" cy="850900"/>
            </a:xfrm>
            <a:custGeom>
              <a:rect b="b" l="l" r="r" t="t"/>
              <a:pathLst>
                <a:path extrusionOk="0" h="3755" w="2254">
                  <a:moveTo>
                    <a:pt x="0" y="3755"/>
                  </a:moveTo>
                  <a:lnTo>
                    <a:pt x="2254" y="2764"/>
                  </a:lnTo>
                  <a:lnTo>
                    <a:pt x="1254" y="0"/>
                  </a:lnTo>
                  <a:lnTo>
                    <a:pt x="0" y="3017"/>
                  </a:lnTo>
                  <a:lnTo>
                    <a:pt x="0" y="3755"/>
                  </a:lnTo>
                  <a:close/>
                </a:path>
              </a:pathLst>
            </a:custGeom>
            <a:solidFill>
              <a:srgbClr val="275B9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4429126" y="2540000"/>
              <a:ext cx="698500" cy="627063"/>
            </a:xfrm>
            <a:custGeom>
              <a:rect b="b" l="l" r="r" t="t"/>
              <a:pathLst>
                <a:path extrusionOk="0" h="2764" w="3077">
                  <a:moveTo>
                    <a:pt x="1000" y="2764"/>
                  </a:moveTo>
                  <a:lnTo>
                    <a:pt x="3077" y="2538"/>
                  </a:lnTo>
                  <a:lnTo>
                    <a:pt x="0" y="0"/>
                  </a:lnTo>
                  <a:lnTo>
                    <a:pt x="1000" y="2764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4656138" y="2874963"/>
              <a:ext cx="471488" cy="292100"/>
            </a:xfrm>
            <a:custGeom>
              <a:rect b="b" l="l" r="r" t="t"/>
              <a:pathLst>
                <a:path extrusionOk="0" h="1286" w="2077">
                  <a:moveTo>
                    <a:pt x="793" y="0"/>
                  </a:moveTo>
                  <a:lnTo>
                    <a:pt x="0" y="1286"/>
                  </a:lnTo>
                  <a:lnTo>
                    <a:pt x="2077" y="1060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4752976" y="2411413"/>
              <a:ext cx="457200" cy="463550"/>
            </a:xfrm>
            <a:custGeom>
              <a:rect b="b" l="l" r="r" t="t"/>
              <a:pathLst>
                <a:path extrusionOk="0" h="2045" w="2018">
                  <a:moveTo>
                    <a:pt x="0" y="0"/>
                  </a:moveTo>
                  <a:lnTo>
                    <a:pt x="369" y="2045"/>
                  </a:lnTo>
                  <a:lnTo>
                    <a:pt x="2018" y="1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4835526" y="2736850"/>
              <a:ext cx="374650" cy="377825"/>
            </a:xfrm>
            <a:custGeom>
              <a:rect b="b" l="l" r="r" t="t"/>
              <a:pathLst>
                <a:path extrusionOk="0" h="1667" w="1649">
                  <a:moveTo>
                    <a:pt x="1284" y="1667"/>
                  </a:moveTo>
                  <a:lnTo>
                    <a:pt x="1649" y="0"/>
                  </a:lnTo>
                  <a:lnTo>
                    <a:pt x="0" y="607"/>
                  </a:lnTo>
                  <a:lnTo>
                    <a:pt x="1284" y="1667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5029201" y="2300288"/>
              <a:ext cx="517525" cy="436563"/>
            </a:xfrm>
            <a:custGeom>
              <a:rect b="b" l="l" r="r" t="t"/>
              <a:pathLst>
                <a:path extrusionOk="0" h="1925" w="2280">
                  <a:moveTo>
                    <a:pt x="796" y="1925"/>
                  </a:moveTo>
                  <a:lnTo>
                    <a:pt x="2280" y="1484"/>
                  </a:lnTo>
                  <a:lnTo>
                    <a:pt x="0" y="0"/>
                  </a:lnTo>
                  <a:lnTo>
                    <a:pt x="796" y="1925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5210176" y="2636838"/>
              <a:ext cx="414338" cy="558800"/>
            </a:xfrm>
            <a:custGeom>
              <a:rect b="b" l="l" r="r" t="t"/>
              <a:pathLst>
                <a:path extrusionOk="0" h="2463" w="1829">
                  <a:moveTo>
                    <a:pt x="0" y="441"/>
                  </a:moveTo>
                  <a:lnTo>
                    <a:pt x="1829" y="2463"/>
                  </a:lnTo>
                  <a:lnTo>
                    <a:pt x="1484" y="0"/>
                  </a:lnTo>
                  <a:lnTo>
                    <a:pt x="0" y="441"/>
                  </a:lnTo>
                  <a:close/>
                </a:path>
              </a:pathLst>
            </a:custGeom>
            <a:solidFill>
              <a:srgbClr val="3572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5127626" y="2736850"/>
              <a:ext cx="496888" cy="458788"/>
            </a:xfrm>
            <a:custGeom>
              <a:rect b="b" l="l" r="r" t="t"/>
              <a:pathLst>
                <a:path extrusionOk="0" h="2022" w="2194">
                  <a:moveTo>
                    <a:pt x="0" y="1667"/>
                  </a:moveTo>
                  <a:lnTo>
                    <a:pt x="2194" y="2022"/>
                  </a:lnTo>
                  <a:lnTo>
                    <a:pt x="365" y="0"/>
                  </a:lnTo>
                  <a:lnTo>
                    <a:pt x="0" y="1667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5546726" y="2636838"/>
              <a:ext cx="268288" cy="558800"/>
            </a:xfrm>
            <a:custGeom>
              <a:rect b="b" l="l" r="r" t="t"/>
              <a:pathLst>
                <a:path extrusionOk="0" h="2463" w="1184">
                  <a:moveTo>
                    <a:pt x="0" y="0"/>
                  </a:moveTo>
                  <a:lnTo>
                    <a:pt x="1184" y="677"/>
                  </a:lnTo>
                  <a:lnTo>
                    <a:pt x="345" y="2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5624513" y="2790825"/>
              <a:ext cx="450850" cy="519113"/>
            </a:xfrm>
            <a:custGeom>
              <a:rect b="b" l="l" r="r" t="t"/>
              <a:pathLst>
                <a:path extrusionOk="0" h="2291" w="1990">
                  <a:moveTo>
                    <a:pt x="839" y="0"/>
                  </a:moveTo>
                  <a:lnTo>
                    <a:pt x="1990" y="2291"/>
                  </a:lnTo>
                  <a:lnTo>
                    <a:pt x="0" y="1786"/>
                  </a:lnTo>
                  <a:lnTo>
                    <a:pt x="839" y="0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5546726" y="2209800"/>
              <a:ext cx="669925" cy="798513"/>
            </a:xfrm>
            <a:custGeom>
              <a:rect b="b" l="l" r="r" t="t"/>
              <a:pathLst>
                <a:path extrusionOk="0" h="3520" w="2953">
                  <a:moveTo>
                    <a:pt x="0" y="1885"/>
                  </a:moveTo>
                  <a:lnTo>
                    <a:pt x="1835" y="0"/>
                  </a:lnTo>
                  <a:lnTo>
                    <a:pt x="2500" y="0"/>
                  </a:lnTo>
                  <a:lnTo>
                    <a:pt x="2953" y="3520"/>
                  </a:lnTo>
                  <a:lnTo>
                    <a:pt x="1184" y="2562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rgbClr val="518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5815013" y="2540000"/>
              <a:ext cx="401638" cy="468313"/>
            </a:xfrm>
            <a:custGeom>
              <a:rect b="b" l="l" r="r" t="t"/>
              <a:pathLst>
                <a:path extrusionOk="0" h="2062" w="1769">
                  <a:moveTo>
                    <a:pt x="1505" y="0"/>
                  </a:moveTo>
                  <a:lnTo>
                    <a:pt x="0" y="1104"/>
                  </a:lnTo>
                  <a:lnTo>
                    <a:pt x="1769" y="20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6BA2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5788026" y="2209800"/>
              <a:ext cx="368300" cy="330200"/>
            </a:xfrm>
            <a:custGeom>
              <a:rect b="b" l="l" r="r" t="t"/>
              <a:pathLst>
                <a:path extrusionOk="0" h="1458" w="1625">
                  <a:moveTo>
                    <a:pt x="1625" y="1458"/>
                  </a:moveTo>
                  <a:lnTo>
                    <a:pt x="0" y="792"/>
                  </a:lnTo>
                  <a:lnTo>
                    <a:pt x="771" y="0"/>
                  </a:lnTo>
                  <a:lnTo>
                    <a:pt x="1436" y="0"/>
                  </a:lnTo>
                  <a:lnTo>
                    <a:pt x="1625" y="1458"/>
                  </a:lnTo>
                  <a:close/>
                </a:path>
              </a:pathLst>
            </a:custGeom>
            <a:solidFill>
              <a:srgbClr val="7DA6D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6156326" y="2540000"/>
              <a:ext cx="255588" cy="468313"/>
            </a:xfrm>
            <a:custGeom>
              <a:rect b="b" l="l" r="r" t="t"/>
              <a:pathLst>
                <a:path extrusionOk="0" h="2062" w="1126">
                  <a:moveTo>
                    <a:pt x="0" y="0"/>
                  </a:moveTo>
                  <a:lnTo>
                    <a:pt x="1126" y="543"/>
                  </a:lnTo>
                  <a:lnTo>
                    <a:pt x="264" y="20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8DC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" name="Google Shape;33;p14"/>
            <p:cNvSpPr/>
            <p:nvPr/>
          </p:nvSpPr>
          <p:spPr>
            <a:xfrm>
              <a:off x="5815013" y="2790825"/>
              <a:ext cx="401638" cy="519113"/>
            </a:xfrm>
            <a:custGeom>
              <a:rect b="b" l="l" r="r" t="t"/>
              <a:pathLst>
                <a:path extrusionOk="0" h="2291" w="1769">
                  <a:moveTo>
                    <a:pt x="1151" y="2291"/>
                  </a:moveTo>
                  <a:lnTo>
                    <a:pt x="1769" y="958"/>
                  </a:lnTo>
                  <a:lnTo>
                    <a:pt x="0" y="0"/>
                  </a:lnTo>
                  <a:lnTo>
                    <a:pt x="1151" y="2291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34;p14"/>
            <p:cNvSpPr/>
            <p:nvPr/>
          </p:nvSpPr>
          <p:spPr>
            <a:xfrm>
              <a:off x="6411913" y="2432050"/>
              <a:ext cx="301625" cy="395288"/>
            </a:xfrm>
            <a:custGeom>
              <a:rect b="b" l="l" r="r" t="t"/>
              <a:pathLst>
                <a:path extrusionOk="0" h="1743" w="1333">
                  <a:moveTo>
                    <a:pt x="0" y="1023"/>
                  </a:moveTo>
                  <a:lnTo>
                    <a:pt x="1193" y="0"/>
                  </a:lnTo>
                  <a:lnTo>
                    <a:pt x="1333" y="1743"/>
                  </a:lnTo>
                  <a:lnTo>
                    <a:pt x="0" y="1023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6411913" y="2663825"/>
              <a:ext cx="301625" cy="531813"/>
            </a:xfrm>
            <a:custGeom>
              <a:rect b="b" l="l" r="r" t="t"/>
              <a:pathLst>
                <a:path extrusionOk="0" h="2344" w="1333">
                  <a:moveTo>
                    <a:pt x="1333" y="720"/>
                  </a:moveTo>
                  <a:lnTo>
                    <a:pt x="580" y="2344"/>
                  </a:lnTo>
                  <a:lnTo>
                    <a:pt x="0" y="0"/>
                  </a:lnTo>
                  <a:lnTo>
                    <a:pt x="1333" y="720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>
              <a:off x="6216651" y="2663825"/>
              <a:ext cx="327025" cy="531813"/>
            </a:xfrm>
            <a:custGeom>
              <a:rect b="b" l="l" r="r" t="t"/>
              <a:pathLst>
                <a:path extrusionOk="0" h="2344" w="1442">
                  <a:moveTo>
                    <a:pt x="1442" y="2344"/>
                  </a:moveTo>
                  <a:lnTo>
                    <a:pt x="0" y="1519"/>
                  </a:lnTo>
                  <a:lnTo>
                    <a:pt x="862" y="0"/>
                  </a:lnTo>
                  <a:lnTo>
                    <a:pt x="1442" y="2344"/>
                  </a:lnTo>
                  <a:close/>
                </a:path>
              </a:pathLst>
            </a:custGeom>
            <a:solidFill>
              <a:srgbClr val="25569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>
              <a:off x="6075363" y="3008313"/>
              <a:ext cx="468313" cy="301625"/>
            </a:xfrm>
            <a:custGeom>
              <a:rect b="b" l="l" r="r" t="t"/>
              <a:pathLst>
                <a:path extrusionOk="0" h="1333" w="2060">
                  <a:moveTo>
                    <a:pt x="2060" y="825"/>
                  </a:moveTo>
                  <a:lnTo>
                    <a:pt x="0" y="1333"/>
                  </a:lnTo>
                  <a:lnTo>
                    <a:pt x="618" y="0"/>
                  </a:lnTo>
                  <a:lnTo>
                    <a:pt x="2060" y="825"/>
                  </a:lnTo>
                  <a:close/>
                </a:path>
              </a:pathLst>
            </a:custGeom>
            <a:solidFill>
              <a:srgbClr val="3673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38;p14"/>
            <p:cNvSpPr/>
            <p:nvPr/>
          </p:nvSpPr>
          <p:spPr>
            <a:xfrm>
              <a:off x="6075363" y="3195638"/>
              <a:ext cx="468313" cy="419100"/>
            </a:xfrm>
            <a:custGeom>
              <a:rect b="b" l="l" r="r" t="t"/>
              <a:pathLst>
                <a:path extrusionOk="0" h="1850" w="2060">
                  <a:moveTo>
                    <a:pt x="0" y="508"/>
                  </a:moveTo>
                  <a:lnTo>
                    <a:pt x="1189" y="1850"/>
                  </a:lnTo>
                  <a:lnTo>
                    <a:pt x="2060" y="0"/>
                  </a:lnTo>
                  <a:lnTo>
                    <a:pt x="0" y="508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39;p14"/>
            <p:cNvSpPr/>
            <p:nvPr/>
          </p:nvSpPr>
          <p:spPr>
            <a:xfrm>
              <a:off x="5926138" y="3309938"/>
              <a:ext cx="419100" cy="304800"/>
            </a:xfrm>
            <a:custGeom>
              <a:rect b="b" l="l" r="r" t="t"/>
              <a:pathLst>
                <a:path extrusionOk="0" h="1342" w="1851">
                  <a:moveTo>
                    <a:pt x="1851" y="1342"/>
                  </a:moveTo>
                  <a:lnTo>
                    <a:pt x="0" y="1342"/>
                  </a:lnTo>
                  <a:lnTo>
                    <a:pt x="662" y="0"/>
                  </a:lnTo>
                  <a:lnTo>
                    <a:pt x="1851" y="1342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5659438" y="3309938"/>
              <a:ext cx="415925" cy="304800"/>
            </a:xfrm>
            <a:custGeom>
              <a:rect b="b" l="l" r="r" t="t"/>
              <a:pathLst>
                <a:path extrusionOk="0" h="1342" w="1834">
                  <a:moveTo>
                    <a:pt x="1172" y="1342"/>
                  </a:moveTo>
                  <a:lnTo>
                    <a:pt x="0" y="1041"/>
                  </a:lnTo>
                  <a:lnTo>
                    <a:pt x="1834" y="0"/>
                  </a:lnTo>
                  <a:lnTo>
                    <a:pt x="1172" y="1342"/>
                  </a:lnTo>
                  <a:close/>
                </a:path>
              </a:pathLst>
            </a:custGeom>
            <a:solidFill>
              <a:srgbClr val="1D50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>
              <a:off x="5332413" y="3195638"/>
              <a:ext cx="327025" cy="379413"/>
            </a:xfrm>
            <a:custGeom>
              <a:rect b="b" l="l" r="r" t="t"/>
              <a:pathLst>
                <a:path extrusionOk="0" h="1675" w="1442">
                  <a:moveTo>
                    <a:pt x="1442" y="1546"/>
                  </a:moveTo>
                  <a:lnTo>
                    <a:pt x="0" y="1675"/>
                  </a:lnTo>
                  <a:lnTo>
                    <a:pt x="1286" y="0"/>
                  </a:lnTo>
                  <a:lnTo>
                    <a:pt x="1442" y="1546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" name="Google Shape;42;p14"/>
            <p:cNvSpPr/>
            <p:nvPr/>
          </p:nvSpPr>
          <p:spPr>
            <a:xfrm>
              <a:off x="5624513" y="3195638"/>
              <a:ext cx="450850" cy="350838"/>
            </a:xfrm>
            <a:custGeom>
              <a:rect b="b" l="l" r="r" t="t"/>
              <a:pathLst>
                <a:path extrusionOk="0" h="1546" w="1990">
                  <a:moveTo>
                    <a:pt x="0" y="0"/>
                  </a:moveTo>
                  <a:lnTo>
                    <a:pt x="1990" y="505"/>
                  </a:lnTo>
                  <a:lnTo>
                    <a:pt x="156" y="1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5B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" name="Google Shape;43;p14"/>
            <p:cNvSpPr/>
            <p:nvPr/>
          </p:nvSpPr>
          <p:spPr>
            <a:xfrm>
              <a:off x="6345238" y="3195638"/>
              <a:ext cx="314325" cy="419100"/>
            </a:xfrm>
            <a:custGeom>
              <a:rect b="b" l="l" r="r" t="t"/>
              <a:pathLst>
                <a:path extrusionOk="0" h="1850" w="1387">
                  <a:moveTo>
                    <a:pt x="0" y="1850"/>
                  </a:moveTo>
                  <a:lnTo>
                    <a:pt x="1387" y="1678"/>
                  </a:lnTo>
                  <a:lnTo>
                    <a:pt x="871" y="0"/>
                  </a:lnTo>
                  <a:lnTo>
                    <a:pt x="0" y="1850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>
              <a:off x="6543676" y="3195638"/>
              <a:ext cx="449263" cy="379413"/>
            </a:xfrm>
            <a:custGeom>
              <a:rect b="b" l="l" r="r" t="t"/>
              <a:pathLst>
                <a:path extrusionOk="0" h="1678" w="1980">
                  <a:moveTo>
                    <a:pt x="516" y="1678"/>
                  </a:moveTo>
                  <a:lnTo>
                    <a:pt x="1980" y="936"/>
                  </a:lnTo>
                  <a:lnTo>
                    <a:pt x="0" y="0"/>
                  </a:lnTo>
                  <a:lnTo>
                    <a:pt x="516" y="1678"/>
                  </a:lnTo>
                  <a:close/>
                </a:path>
              </a:pathLst>
            </a:custGeom>
            <a:solidFill>
              <a:srgbClr val="1D52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" name="Google Shape;45;p14"/>
            <p:cNvSpPr/>
            <p:nvPr/>
          </p:nvSpPr>
          <p:spPr>
            <a:xfrm>
              <a:off x="6543676" y="2986088"/>
              <a:ext cx="449263" cy="420688"/>
            </a:xfrm>
            <a:custGeom>
              <a:rect b="b" l="l" r="r" t="t"/>
              <a:pathLst>
                <a:path extrusionOk="0" h="1861" w="1980">
                  <a:moveTo>
                    <a:pt x="1980" y="1861"/>
                  </a:moveTo>
                  <a:lnTo>
                    <a:pt x="1797" y="0"/>
                  </a:lnTo>
                  <a:lnTo>
                    <a:pt x="0" y="925"/>
                  </a:lnTo>
                  <a:lnTo>
                    <a:pt x="1980" y="1861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" name="Google Shape;46;p14"/>
            <p:cNvSpPr/>
            <p:nvPr/>
          </p:nvSpPr>
          <p:spPr>
            <a:xfrm>
              <a:off x="6543676" y="2827338"/>
              <a:ext cx="406400" cy="368300"/>
            </a:xfrm>
            <a:custGeom>
              <a:rect b="b" l="l" r="r" t="t"/>
              <a:pathLst>
                <a:path extrusionOk="0" h="1624" w="1797">
                  <a:moveTo>
                    <a:pt x="1797" y="699"/>
                  </a:moveTo>
                  <a:lnTo>
                    <a:pt x="753" y="0"/>
                  </a:lnTo>
                  <a:lnTo>
                    <a:pt x="0" y="1624"/>
                  </a:lnTo>
                  <a:lnTo>
                    <a:pt x="1797" y="699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" name="Google Shape;47;p14"/>
            <p:cNvSpPr/>
            <p:nvPr/>
          </p:nvSpPr>
          <p:spPr>
            <a:xfrm>
              <a:off x="6713538" y="2617788"/>
              <a:ext cx="258763" cy="368300"/>
            </a:xfrm>
            <a:custGeom>
              <a:rect b="b" l="l" r="r" t="t"/>
              <a:pathLst>
                <a:path extrusionOk="0" h="1623" w="1141">
                  <a:moveTo>
                    <a:pt x="1044" y="1623"/>
                  </a:moveTo>
                  <a:lnTo>
                    <a:pt x="1141" y="0"/>
                  </a:lnTo>
                  <a:lnTo>
                    <a:pt x="0" y="924"/>
                  </a:lnTo>
                  <a:lnTo>
                    <a:pt x="1044" y="1623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" name="Google Shape;48;p14"/>
            <p:cNvSpPr/>
            <p:nvPr/>
          </p:nvSpPr>
          <p:spPr>
            <a:xfrm>
              <a:off x="6681788" y="2432050"/>
              <a:ext cx="290513" cy="395288"/>
            </a:xfrm>
            <a:custGeom>
              <a:rect b="b" l="l" r="r" t="t"/>
              <a:pathLst>
                <a:path extrusionOk="0" h="1743" w="1281">
                  <a:moveTo>
                    <a:pt x="1281" y="819"/>
                  </a:moveTo>
                  <a:lnTo>
                    <a:pt x="0" y="0"/>
                  </a:lnTo>
                  <a:lnTo>
                    <a:pt x="140" y="1743"/>
                  </a:lnTo>
                  <a:lnTo>
                    <a:pt x="1281" y="819"/>
                  </a:lnTo>
                  <a:close/>
                </a:path>
              </a:pathLst>
            </a:custGeom>
            <a:solidFill>
              <a:srgbClr val="8BB0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" name="Google Shape;49;p14"/>
            <p:cNvSpPr/>
            <p:nvPr/>
          </p:nvSpPr>
          <p:spPr>
            <a:xfrm>
              <a:off x="6681788" y="2387600"/>
              <a:ext cx="758825" cy="230188"/>
            </a:xfrm>
            <a:custGeom>
              <a:rect b="b" l="l" r="r" t="t"/>
              <a:pathLst>
                <a:path extrusionOk="0" h="1012" w="3346">
                  <a:moveTo>
                    <a:pt x="0" y="193"/>
                  </a:moveTo>
                  <a:lnTo>
                    <a:pt x="3346" y="0"/>
                  </a:lnTo>
                  <a:lnTo>
                    <a:pt x="1281" y="1012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6091D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" name="Google Shape;50;p14"/>
            <p:cNvSpPr/>
            <p:nvPr/>
          </p:nvSpPr>
          <p:spPr>
            <a:xfrm>
              <a:off x="6972301" y="2387600"/>
              <a:ext cx="468313" cy="422275"/>
            </a:xfrm>
            <a:custGeom>
              <a:rect b="b" l="l" r="r" t="t"/>
              <a:pathLst>
                <a:path extrusionOk="0" h="1861" w="2065">
                  <a:moveTo>
                    <a:pt x="0" y="1012"/>
                  </a:moveTo>
                  <a:lnTo>
                    <a:pt x="2065" y="0"/>
                  </a:lnTo>
                  <a:lnTo>
                    <a:pt x="1086" y="1861"/>
                  </a:lnTo>
                  <a:lnTo>
                    <a:pt x="0" y="1012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" name="Google Shape;51;p14"/>
            <p:cNvSpPr/>
            <p:nvPr/>
          </p:nvSpPr>
          <p:spPr>
            <a:xfrm>
              <a:off x="6950076" y="2617788"/>
              <a:ext cx="268288" cy="368300"/>
            </a:xfrm>
            <a:custGeom>
              <a:rect b="b" l="l" r="r" t="t"/>
              <a:pathLst>
                <a:path extrusionOk="0" h="1623" w="1183">
                  <a:moveTo>
                    <a:pt x="1183" y="849"/>
                  </a:moveTo>
                  <a:lnTo>
                    <a:pt x="0" y="1623"/>
                  </a:lnTo>
                  <a:lnTo>
                    <a:pt x="97" y="0"/>
                  </a:lnTo>
                  <a:lnTo>
                    <a:pt x="1183" y="849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" name="Google Shape;52;p14"/>
            <p:cNvSpPr/>
            <p:nvPr/>
          </p:nvSpPr>
          <p:spPr>
            <a:xfrm>
              <a:off x="6169026" y="2209800"/>
              <a:ext cx="512763" cy="454025"/>
            </a:xfrm>
            <a:custGeom>
              <a:rect b="b" l="l" r="r" t="t"/>
              <a:pathLst>
                <a:path extrusionOk="0" h="2001" w="2262">
                  <a:moveTo>
                    <a:pt x="663" y="0"/>
                  </a:moveTo>
                  <a:lnTo>
                    <a:pt x="2262" y="978"/>
                  </a:lnTo>
                  <a:lnTo>
                    <a:pt x="1069" y="2001"/>
                  </a:lnTo>
                  <a:lnTo>
                    <a:pt x="0" y="0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8BB0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" name="Google Shape;53;p14"/>
            <p:cNvSpPr/>
            <p:nvPr/>
          </p:nvSpPr>
          <p:spPr>
            <a:xfrm>
              <a:off x="6113463" y="2209800"/>
              <a:ext cx="298450" cy="454025"/>
            </a:xfrm>
            <a:custGeom>
              <a:rect b="b" l="l" r="r" t="t"/>
              <a:pathLst>
                <a:path extrusionOk="0" h="2001" w="1315">
                  <a:moveTo>
                    <a:pt x="0" y="0"/>
                  </a:moveTo>
                  <a:lnTo>
                    <a:pt x="189" y="1458"/>
                  </a:lnTo>
                  <a:lnTo>
                    <a:pt x="1315" y="2001"/>
                  </a:lnTo>
                  <a:lnTo>
                    <a:pt x="2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" name="Google Shape;54;p14"/>
            <p:cNvSpPr/>
            <p:nvPr/>
          </p:nvSpPr>
          <p:spPr>
            <a:xfrm>
              <a:off x="6319838" y="2209800"/>
              <a:ext cx="1120775" cy="222250"/>
            </a:xfrm>
            <a:custGeom>
              <a:rect b="b" l="l" r="r" t="t"/>
              <a:pathLst>
                <a:path extrusionOk="0" h="978" w="4945">
                  <a:moveTo>
                    <a:pt x="4945" y="785"/>
                  </a:moveTo>
                  <a:lnTo>
                    <a:pt x="1593" y="0"/>
                  </a:lnTo>
                  <a:lnTo>
                    <a:pt x="0" y="0"/>
                  </a:lnTo>
                  <a:lnTo>
                    <a:pt x="1599" y="978"/>
                  </a:lnTo>
                  <a:lnTo>
                    <a:pt x="4945" y="785"/>
                  </a:lnTo>
                  <a:close/>
                </a:path>
              </a:pathLst>
            </a:custGeom>
            <a:solidFill>
              <a:srgbClr val="7DA6D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" name="Google Shape;55;p14"/>
            <p:cNvSpPr/>
            <p:nvPr/>
          </p:nvSpPr>
          <p:spPr>
            <a:xfrm>
              <a:off x="6680201" y="2209800"/>
              <a:ext cx="1150938" cy="177800"/>
            </a:xfrm>
            <a:custGeom>
              <a:rect b="b" l="l" r="r" t="t"/>
              <a:pathLst>
                <a:path extrusionOk="0" h="785" w="5074">
                  <a:moveTo>
                    <a:pt x="3352" y="785"/>
                  </a:moveTo>
                  <a:lnTo>
                    <a:pt x="5074" y="0"/>
                  </a:lnTo>
                  <a:lnTo>
                    <a:pt x="0" y="0"/>
                  </a:lnTo>
                  <a:lnTo>
                    <a:pt x="3352" y="785"/>
                  </a:lnTo>
                  <a:close/>
                </a:path>
              </a:pathLst>
            </a:custGeom>
            <a:solidFill>
              <a:srgbClr val="709CD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56;p14"/>
            <p:cNvSpPr/>
            <p:nvPr/>
          </p:nvSpPr>
          <p:spPr>
            <a:xfrm>
              <a:off x="7440613" y="2209800"/>
              <a:ext cx="606425" cy="177800"/>
            </a:xfrm>
            <a:custGeom>
              <a:rect b="b" l="l" r="r" t="t"/>
              <a:pathLst>
                <a:path extrusionOk="0" h="785" w="2672">
                  <a:moveTo>
                    <a:pt x="2672" y="135"/>
                  </a:moveTo>
                  <a:lnTo>
                    <a:pt x="2414" y="642"/>
                  </a:lnTo>
                  <a:lnTo>
                    <a:pt x="0" y="785"/>
                  </a:lnTo>
                  <a:lnTo>
                    <a:pt x="1722" y="0"/>
                  </a:lnTo>
                  <a:lnTo>
                    <a:pt x="2672" y="0"/>
                  </a:lnTo>
                  <a:lnTo>
                    <a:pt x="2672" y="135"/>
                  </a:lnTo>
                  <a:close/>
                </a:path>
              </a:pathLst>
            </a:custGeom>
            <a:solidFill>
              <a:srgbClr val="5C8ED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40613" y="2355850"/>
              <a:ext cx="547688" cy="228600"/>
            </a:xfrm>
            <a:custGeom>
              <a:rect b="b" l="l" r="r" t="t"/>
              <a:pathLst>
                <a:path extrusionOk="0" h="1012" w="2414">
                  <a:moveTo>
                    <a:pt x="2414" y="0"/>
                  </a:moveTo>
                  <a:lnTo>
                    <a:pt x="1887" y="1012"/>
                  </a:lnTo>
                  <a:lnTo>
                    <a:pt x="0" y="143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rgbClr val="6C99D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218363" y="2387600"/>
              <a:ext cx="452438" cy="422275"/>
            </a:xfrm>
            <a:custGeom>
              <a:rect b="b" l="l" r="r" t="t"/>
              <a:pathLst>
                <a:path extrusionOk="0" h="1861" w="1992">
                  <a:moveTo>
                    <a:pt x="0" y="1861"/>
                  </a:moveTo>
                  <a:lnTo>
                    <a:pt x="1992" y="465"/>
                  </a:lnTo>
                  <a:lnTo>
                    <a:pt x="979" y="0"/>
                  </a:lnTo>
                  <a:lnTo>
                    <a:pt x="0" y="1861"/>
                  </a:lnTo>
                  <a:close/>
                </a:path>
              </a:pathLst>
            </a:custGeom>
            <a:solidFill>
              <a:srgbClr val="4880C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7218363" y="2493963"/>
              <a:ext cx="452438" cy="554038"/>
            </a:xfrm>
            <a:custGeom>
              <a:rect b="b" l="l" r="r" t="t"/>
              <a:pathLst>
                <a:path extrusionOk="0" h="2447" w="1992">
                  <a:moveTo>
                    <a:pt x="0" y="1396"/>
                  </a:moveTo>
                  <a:lnTo>
                    <a:pt x="1403" y="2447"/>
                  </a:lnTo>
                  <a:lnTo>
                    <a:pt x="1992" y="0"/>
                  </a:lnTo>
                  <a:lnTo>
                    <a:pt x="0" y="1396"/>
                  </a:lnTo>
                  <a:close/>
                </a:path>
              </a:pathLst>
            </a:custGeom>
            <a:solidFill>
              <a:srgbClr val="3572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537451" y="2493963"/>
              <a:ext cx="331788" cy="554038"/>
            </a:xfrm>
            <a:custGeom>
              <a:rect b="b" l="l" r="r" t="t"/>
              <a:pathLst>
                <a:path extrusionOk="0" h="2447" w="1463">
                  <a:moveTo>
                    <a:pt x="0" y="2447"/>
                  </a:moveTo>
                  <a:lnTo>
                    <a:pt x="1463" y="404"/>
                  </a:lnTo>
                  <a:lnTo>
                    <a:pt x="589" y="0"/>
                  </a:lnTo>
                  <a:lnTo>
                    <a:pt x="0" y="2447"/>
                  </a:lnTo>
                  <a:close/>
                </a:path>
              </a:pathLst>
            </a:custGeom>
            <a:solidFill>
              <a:srgbClr val="6091D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7180263" y="2809875"/>
              <a:ext cx="357188" cy="320675"/>
            </a:xfrm>
            <a:custGeom>
              <a:rect b="b" l="l" r="r" t="t"/>
              <a:pathLst>
                <a:path extrusionOk="0" h="1416" w="1571">
                  <a:moveTo>
                    <a:pt x="1571" y="1051"/>
                  </a:moveTo>
                  <a:lnTo>
                    <a:pt x="0" y="1416"/>
                  </a:lnTo>
                  <a:lnTo>
                    <a:pt x="168" y="0"/>
                  </a:lnTo>
                  <a:lnTo>
                    <a:pt x="1571" y="1051"/>
                  </a:lnTo>
                  <a:close/>
                </a:path>
              </a:pathLst>
            </a:custGeom>
            <a:solidFill>
              <a:srgbClr val="4B82C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6950076" y="2809875"/>
              <a:ext cx="268288" cy="320675"/>
            </a:xfrm>
            <a:custGeom>
              <a:rect b="b" l="l" r="r" t="t"/>
              <a:pathLst>
                <a:path extrusionOk="0" h="1416" w="1183">
                  <a:moveTo>
                    <a:pt x="1015" y="1416"/>
                  </a:moveTo>
                  <a:lnTo>
                    <a:pt x="0" y="774"/>
                  </a:lnTo>
                  <a:lnTo>
                    <a:pt x="1183" y="0"/>
                  </a:lnTo>
                  <a:lnTo>
                    <a:pt x="1015" y="1416"/>
                  </a:lnTo>
                  <a:close/>
                </a:path>
              </a:pathLst>
            </a:custGeom>
            <a:solidFill>
              <a:srgbClr val="2C65B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6950076" y="2986088"/>
              <a:ext cx="230188" cy="420688"/>
            </a:xfrm>
            <a:custGeom>
              <a:rect b="b" l="l" r="r" t="t"/>
              <a:pathLst>
                <a:path extrusionOk="0" h="1861" w="1015">
                  <a:moveTo>
                    <a:pt x="1015" y="642"/>
                  </a:moveTo>
                  <a:lnTo>
                    <a:pt x="183" y="1861"/>
                  </a:lnTo>
                  <a:lnTo>
                    <a:pt x="0" y="0"/>
                  </a:lnTo>
                  <a:lnTo>
                    <a:pt x="1015" y="642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6992938" y="3130550"/>
              <a:ext cx="309563" cy="276225"/>
            </a:xfrm>
            <a:custGeom>
              <a:rect b="b" l="l" r="r" t="t"/>
              <a:pathLst>
                <a:path extrusionOk="0" h="1219" w="1370">
                  <a:moveTo>
                    <a:pt x="0" y="1219"/>
                  </a:moveTo>
                  <a:lnTo>
                    <a:pt x="1370" y="1044"/>
                  </a:lnTo>
                  <a:lnTo>
                    <a:pt x="832" y="0"/>
                  </a:lnTo>
                  <a:lnTo>
                    <a:pt x="0" y="1219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180263" y="3048000"/>
              <a:ext cx="357188" cy="319088"/>
            </a:xfrm>
            <a:custGeom>
              <a:rect b="b" l="l" r="r" t="t"/>
              <a:pathLst>
                <a:path extrusionOk="0" h="1409" w="1571">
                  <a:moveTo>
                    <a:pt x="538" y="1409"/>
                  </a:moveTo>
                  <a:lnTo>
                    <a:pt x="1571" y="0"/>
                  </a:lnTo>
                  <a:lnTo>
                    <a:pt x="0" y="365"/>
                  </a:lnTo>
                  <a:lnTo>
                    <a:pt x="538" y="1409"/>
                  </a:lnTo>
                  <a:close/>
                </a:path>
              </a:pathLst>
            </a:custGeom>
            <a:solidFill>
              <a:srgbClr val="1D50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302501" y="3048000"/>
              <a:ext cx="557213" cy="319088"/>
            </a:xfrm>
            <a:custGeom>
              <a:rect b="b" l="l" r="r" t="t"/>
              <a:pathLst>
                <a:path extrusionOk="0" h="1409" w="2458">
                  <a:moveTo>
                    <a:pt x="0" y="1409"/>
                  </a:moveTo>
                  <a:lnTo>
                    <a:pt x="2458" y="854"/>
                  </a:lnTo>
                  <a:lnTo>
                    <a:pt x="1033" y="0"/>
                  </a:lnTo>
                  <a:lnTo>
                    <a:pt x="0" y="1409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7537451" y="2584450"/>
              <a:ext cx="331788" cy="657225"/>
            </a:xfrm>
            <a:custGeom>
              <a:rect b="b" l="l" r="r" t="t"/>
              <a:pathLst>
                <a:path extrusionOk="0" h="2897" w="1463">
                  <a:moveTo>
                    <a:pt x="1425" y="2897"/>
                  </a:moveTo>
                  <a:lnTo>
                    <a:pt x="1463" y="0"/>
                  </a:lnTo>
                  <a:lnTo>
                    <a:pt x="0" y="2043"/>
                  </a:lnTo>
                  <a:lnTo>
                    <a:pt x="1425" y="2897"/>
                  </a:lnTo>
                  <a:close/>
                </a:path>
              </a:pathLst>
            </a:custGeom>
            <a:solidFill>
              <a:srgbClr val="225FA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862888" y="2584450"/>
              <a:ext cx="184150" cy="444500"/>
            </a:xfrm>
            <a:custGeom>
              <a:rect b="b" l="l" r="r" t="t"/>
              <a:pathLst>
                <a:path extrusionOk="0" h="1957" w="810">
                  <a:moveTo>
                    <a:pt x="0" y="1957"/>
                  </a:moveTo>
                  <a:lnTo>
                    <a:pt x="810" y="1174"/>
                  </a:lnTo>
                  <a:lnTo>
                    <a:pt x="810" y="548"/>
                  </a:lnTo>
                  <a:lnTo>
                    <a:pt x="25" y="0"/>
                  </a:lnTo>
                  <a:lnTo>
                    <a:pt x="0" y="1957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869238" y="2238375"/>
              <a:ext cx="177800" cy="471488"/>
            </a:xfrm>
            <a:custGeom>
              <a:rect b="b" l="l" r="r" t="t"/>
              <a:pathLst>
                <a:path extrusionOk="0" h="2075" w="785">
                  <a:moveTo>
                    <a:pt x="785" y="2075"/>
                  </a:moveTo>
                  <a:lnTo>
                    <a:pt x="0" y="1527"/>
                  </a:lnTo>
                  <a:lnTo>
                    <a:pt x="785" y="0"/>
                  </a:lnTo>
                  <a:lnTo>
                    <a:pt x="785" y="207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862888" y="2851150"/>
              <a:ext cx="184150" cy="450850"/>
            </a:xfrm>
            <a:custGeom>
              <a:rect b="b" l="l" r="r" t="t"/>
              <a:pathLst>
                <a:path extrusionOk="0" h="1989" w="810">
                  <a:moveTo>
                    <a:pt x="0" y="783"/>
                  </a:moveTo>
                  <a:lnTo>
                    <a:pt x="810" y="1989"/>
                  </a:lnTo>
                  <a:lnTo>
                    <a:pt x="810" y="0"/>
                  </a:lnTo>
                  <a:lnTo>
                    <a:pt x="0" y="783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7859713" y="3028950"/>
              <a:ext cx="187325" cy="341313"/>
            </a:xfrm>
            <a:custGeom>
              <a:rect b="b" l="l" r="r" t="t"/>
              <a:pathLst>
                <a:path extrusionOk="0" h="1507" w="823">
                  <a:moveTo>
                    <a:pt x="0" y="940"/>
                  </a:moveTo>
                  <a:lnTo>
                    <a:pt x="823" y="1507"/>
                  </a:lnTo>
                  <a:lnTo>
                    <a:pt x="823" y="1206"/>
                  </a:lnTo>
                  <a:lnTo>
                    <a:pt x="13" y="0"/>
                  </a:lnTo>
                  <a:lnTo>
                    <a:pt x="0" y="940"/>
                  </a:lnTo>
                  <a:close/>
                </a:path>
              </a:pathLst>
            </a:custGeom>
            <a:solidFill>
              <a:srgbClr val="17407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7859713" y="3241675"/>
              <a:ext cx="187325" cy="368300"/>
            </a:xfrm>
            <a:custGeom>
              <a:rect b="b" l="l" r="r" t="t"/>
              <a:pathLst>
                <a:path extrusionOk="0" h="1625" w="828">
                  <a:moveTo>
                    <a:pt x="5" y="0"/>
                  </a:moveTo>
                  <a:lnTo>
                    <a:pt x="0" y="1625"/>
                  </a:lnTo>
                  <a:lnTo>
                    <a:pt x="828" y="1074"/>
                  </a:lnTo>
                  <a:lnTo>
                    <a:pt x="828" y="56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845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859713" y="3486150"/>
              <a:ext cx="187325" cy="482600"/>
            </a:xfrm>
            <a:custGeom>
              <a:rect b="b" l="l" r="r" t="t"/>
              <a:pathLst>
                <a:path extrusionOk="0" h="2134" w="828">
                  <a:moveTo>
                    <a:pt x="0" y="551"/>
                  </a:moveTo>
                  <a:lnTo>
                    <a:pt x="828" y="2134"/>
                  </a:lnTo>
                  <a:lnTo>
                    <a:pt x="828" y="0"/>
                  </a:lnTo>
                  <a:lnTo>
                    <a:pt x="0" y="551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7302501" y="3241675"/>
              <a:ext cx="557213" cy="368300"/>
            </a:xfrm>
            <a:custGeom>
              <a:rect b="b" l="l" r="r" t="t"/>
              <a:pathLst>
                <a:path extrusionOk="0" h="1625" w="2458">
                  <a:moveTo>
                    <a:pt x="0" y="555"/>
                  </a:moveTo>
                  <a:lnTo>
                    <a:pt x="2453" y="1625"/>
                  </a:lnTo>
                  <a:lnTo>
                    <a:pt x="2458" y="0"/>
                  </a:lnTo>
                  <a:lnTo>
                    <a:pt x="0" y="55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7302501" y="3367088"/>
              <a:ext cx="557213" cy="584200"/>
            </a:xfrm>
            <a:custGeom>
              <a:rect b="b" l="l" r="r" t="t"/>
              <a:pathLst>
                <a:path extrusionOk="0" h="2575" w="2453">
                  <a:moveTo>
                    <a:pt x="0" y="0"/>
                  </a:moveTo>
                  <a:lnTo>
                    <a:pt x="421" y="2575"/>
                  </a:lnTo>
                  <a:lnTo>
                    <a:pt x="2453" y="1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7397751" y="3609975"/>
              <a:ext cx="461963" cy="576263"/>
            </a:xfrm>
            <a:custGeom>
              <a:rect b="b" l="l" r="r" t="t"/>
              <a:pathLst>
                <a:path extrusionOk="0" h="2538" w="2032">
                  <a:moveTo>
                    <a:pt x="0" y="1505"/>
                  </a:moveTo>
                  <a:lnTo>
                    <a:pt x="989" y="2538"/>
                  </a:lnTo>
                  <a:lnTo>
                    <a:pt x="2032" y="0"/>
                  </a:lnTo>
                  <a:lnTo>
                    <a:pt x="0" y="1505"/>
                  </a:lnTo>
                  <a:close/>
                </a:path>
              </a:pathLst>
            </a:custGeom>
            <a:solidFill>
              <a:srgbClr val="1233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623176" y="3609975"/>
              <a:ext cx="423863" cy="576263"/>
            </a:xfrm>
            <a:custGeom>
              <a:rect b="b" l="l" r="r" t="t"/>
              <a:pathLst>
                <a:path extrusionOk="0" h="2538" w="1871">
                  <a:moveTo>
                    <a:pt x="0" y="2538"/>
                  </a:moveTo>
                  <a:lnTo>
                    <a:pt x="1871" y="1728"/>
                  </a:lnTo>
                  <a:lnTo>
                    <a:pt x="1871" y="1583"/>
                  </a:lnTo>
                  <a:lnTo>
                    <a:pt x="1043" y="0"/>
                  </a:lnTo>
                  <a:lnTo>
                    <a:pt x="0" y="2538"/>
                  </a:lnTo>
                  <a:close/>
                </a:path>
              </a:pathLst>
            </a:custGeom>
            <a:solidFill>
              <a:srgbClr val="0F2C5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7623176" y="4002088"/>
              <a:ext cx="423863" cy="403225"/>
            </a:xfrm>
            <a:custGeom>
              <a:rect b="b" l="l" r="r" t="t"/>
              <a:pathLst>
                <a:path extrusionOk="0" h="1778" w="1871">
                  <a:moveTo>
                    <a:pt x="0" y="810"/>
                  </a:moveTo>
                  <a:lnTo>
                    <a:pt x="817" y="1778"/>
                  </a:lnTo>
                  <a:lnTo>
                    <a:pt x="1871" y="73"/>
                  </a:lnTo>
                  <a:lnTo>
                    <a:pt x="1871" y="0"/>
                  </a:lnTo>
                  <a:lnTo>
                    <a:pt x="0" y="810"/>
                  </a:lnTo>
                  <a:close/>
                </a:path>
              </a:pathLst>
            </a:custGeom>
            <a:solidFill>
              <a:srgbClr val="0D2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7807326" y="4019550"/>
              <a:ext cx="239713" cy="385763"/>
            </a:xfrm>
            <a:custGeom>
              <a:rect b="b" l="l" r="r" t="t"/>
              <a:pathLst>
                <a:path extrusionOk="0" h="1705" w="1054">
                  <a:moveTo>
                    <a:pt x="0" y="1705"/>
                  </a:moveTo>
                  <a:lnTo>
                    <a:pt x="1054" y="817"/>
                  </a:lnTo>
                  <a:lnTo>
                    <a:pt x="1054" y="0"/>
                  </a:lnTo>
                  <a:lnTo>
                    <a:pt x="0" y="1705"/>
                  </a:lnTo>
                  <a:close/>
                </a:path>
              </a:pathLst>
            </a:custGeom>
            <a:solidFill>
              <a:srgbClr val="0A1D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7807326" y="4203700"/>
              <a:ext cx="239713" cy="444500"/>
            </a:xfrm>
            <a:custGeom>
              <a:rect b="b" l="l" r="r" t="t"/>
              <a:pathLst>
                <a:path extrusionOk="0" h="1958" w="1054">
                  <a:moveTo>
                    <a:pt x="0" y="888"/>
                  </a:moveTo>
                  <a:lnTo>
                    <a:pt x="914" y="1958"/>
                  </a:lnTo>
                  <a:lnTo>
                    <a:pt x="1054" y="1958"/>
                  </a:lnTo>
                  <a:lnTo>
                    <a:pt x="1054" y="0"/>
                  </a:lnTo>
                  <a:lnTo>
                    <a:pt x="0" y="888"/>
                  </a:lnTo>
                  <a:close/>
                </a:path>
              </a:pathLst>
            </a:custGeom>
            <a:solidFill>
              <a:srgbClr val="06142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7107238" y="4391025"/>
              <a:ext cx="908050" cy="257175"/>
            </a:xfrm>
            <a:custGeom>
              <a:rect b="b" l="l" r="r" t="t"/>
              <a:pathLst>
                <a:path extrusionOk="0" h="1134" w="4001">
                  <a:moveTo>
                    <a:pt x="2947" y="1134"/>
                  </a:moveTo>
                  <a:lnTo>
                    <a:pt x="0" y="0"/>
                  </a:lnTo>
                  <a:lnTo>
                    <a:pt x="3087" y="64"/>
                  </a:lnTo>
                  <a:lnTo>
                    <a:pt x="4001" y="1134"/>
                  </a:lnTo>
                  <a:lnTo>
                    <a:pt x="2947" y="1134"/>
                  </a:lnTo>
                  <a:close/>
                </a:path>
              </a:pathLst>
            </a:custGeom>
            <a:solidFill>
              <a:srgbClr val="091B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7107238" y="4186238"/>
              <a:ext cx="700088" cy="219075"/>
            </a:xfrm>
            <a:custGeom>
              <a:rect b="b" l="l" r="r" t="t"/>
              <a:pathLst>
                <a:path extrusionOk="0" h="968" w="3087">
                  <a:moveTo>
                    <a:pt x="2270" y="0"/>
                  </a:moveTo>
                  <a:lnTo>
                    <a:pt x="0" y="904"/>
                  </a:lnTo>
                  <a:lnTo>
                    <a:pt x="3087" y="968"/>
                  </a:lnTo>
                  <a:lnTo>
                    <a:pt x="2270" y="0"/>
                  </a:lnTo>
                  <a:close/>
                </a:path>
              </a:pathLst>
            </a:custGeom>
            <a:solidFill>
              <a:srgbClr val="0B204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448426" y="4391025"/>
              <a:ext cx="1327150" cy="257175"/>
            </a:xfrm>
            <a:custGeom>
              <a:rect b="b" l="l" r="r" t="t"/>
              <a:pathLst>
                <a:path extrusionOk="0" h="1134" w="5858">
                  <a:moveTo>
                    <a:pt x="0" y="1134"/>
                  </a:moveTo>
                  <a:lnTo>
                    <a:pt x="2911" y="0"/>
                  </a:lnTo>
                  <a:lnTo>
                    <a:pt x="5858" y="1134"/>
                  </a:lnTo>
                  <a:lnTo>
                    <a:pt x="0" y="1134"/>
                  </a:lnTo>
                  <a:close/>
                </a:path>
              </a:pathLst>
            </a:custGeom>
            <a:solidFill>
              <a:srgbClr val="0A1D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6961188" y="4391025"/>
              <a:ext cx="814388" cy="257175"/>
            </a:xfrm>
            <a:custGeom>
              <a:rect b="b" l="l" r="r" t="t"/>
              <a:pathLst>
                <a:path extrusionOk="0" h="1134" w="3592">
                  <a:moveTo>
                    <a:pt x="645" y="0"/>
                  </a:moveTo>
                  <a:lnTo>
                    <a:pt x="0" y="1134"/>
                  </a:lnTo>
                  <a:lnTo>
                    <a:pt x="3592" y="1134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7396163" y="3951288"/>
              <a:ext cx="227013" cy="325438"/>
            </a:xfrm>
            <a:custGeom>
              <a:rect b="b" l="l" r="r" t="t"/>
              <a:pathLst>
                <a:path extrusionOk="0" h="1431" w="999">
                  <a:moveTo>
                    <a:pt x="10" y="0"/>
                  </a:moveTo>
                  <a:lnTo>
                    <a:pt x="0" y="1431"/>
                  </a:lnTo>
                  <a:lnTo>
                    <a:pt x="999" y="103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6986588" y="3951288"/>
              <a:ext cx="411163" cy="325438"/>
            </a:xfrm>
            <a:custGeom>
              <a:rect b="b" l="l" r="r" t="t"/>
              <a:pathLst>
                <a:path extrusionOk="0" h="1431" w="1819">
                  <a:moveTo>
                    <a:pt x="1819" y="0"/>
                  </a:moveTo>
                  <a:lnTo>
                    <a:pt x="0" y="1130"/>
                  </a:lnTo>
                  <a:lnTo>
                    <a:pt x="1809" y="1431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0E29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6815138" y="4208463"/>
              <a:ext cx="581025" cy="296863"/>
            </a:xfrm>
            <a:custGeom>
              <a:rect b="b" l="l" r="r" t="t"/>
              <a:pathLst>
                <a:path extrusionOk="0" h="1310" w="2562">
                  <a:moveTo>
                    <a:pt x="753" y="0"/>
                  </a:moveTo>
                  <a:lnTo>
                    <a:pt x="0" y="1310"/>
                  </a:lnTo>
                  <a:lnTo>
                    <a:pt x="2562" y="30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548438" y="4208463"/>
              <a:ext cx="438150" cy="296863"/>
            </a:xfrm>
            <a:custGeom>
              <a:rect b="b" l="l" r="r" t="t"/>
              <a:pathLst>
                <a:path extrusionOk="0" h="1310" w="1926">
                  <a:moveTo>
                    <a:pt x="1926" y="0"/>
                  </a:moveTo>
                  <a:lnTo>
                    <a:pt x="0" y="667"/>
                  </a:lnTo>
                  <a:lnTo>
                    <a:pt x="1173" y="1310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0F2D5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6242051" y="4359275"/>
              <a:ext cx="573088" cy="288925"/>
            </a:xfrm>
            <a:custGeom>
              <a:rect b="b" l="l" r="r" t="t"/>
              <a:pathLst>
                <a:path extrusionOk="0" h="1274" w="2528">
                  <a:moveTo>
                    <a:pt x="0" y="1274"/>
                  </a:moveTo>
                  <a:lnTo>
                    <a:pt x="1355" y="0"/>
                  </a:lnTo>
                  <a:lnTo>
                    <a:pt x="2528" y="643"/>
                  </a:lnTo>
                  <a:lnTo>
                    <a:pt x="908" y="1274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6548438" y="3803650"/>
              <a:ext cx="438150" cy="555625"/>
            </a:xfrm>
            <a:custGeom>
              <a:rect b="b" l="l" r="r" t="t"/>
              <a:pathLst>
                <a:path extrusionOk="0" h="2453" w="1926">
                  <a:moveTo>
                    <a:pt x="0" y="2453"/>
                  </a:moveTo>
                  <a:lnTo>
                    <a:pt x="711" y="0"/>
                  </a:lnTo>
                  <a:lnTo>
                    <a:pt x="1926" y="1786"/>
                  </a:lnTo>
                  <a:lnTo>
                    <a:pt x="0" y="2453"/>
                  </a:lnTo>
                  <a:close/>
                </a:path>
              </a:pathLst>
            </a:custGeom>
            <a:solidFill>
              <a:srgbClr val="1336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6986588" y="3619500"/>
              <a:ext cx="411163" cy="588963"/>
            </a:xfrm>
            <a:custGeom>
              <a:rect b="b" l="l" r="r" t="t"/>
              <a:pathLst>
                <a:path extrusionOk="0" h="2592" w="1819">
                  <a:moveTo>
                    <a:pt x="1819" y="1462"/>
                  </a:moveTo>
                  <a:lnTo>
                    <a:pt x="527" y="0"/>
                  </a:lnTo>
                  <a:lnTo>
                    <a:pt x="0" y="2592"/>
                  </a:lnTo>
                  <a:lnTo>
                    <a:pt x="1819" y="1462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7105651" y="3367088"/>
              <a:ext cx="292100" cy="584200"/>
            </a:xfrm>
            <a:custGeom>
              <a:rect b="b" l="l" r="r" t="t"/>
              <a:pathLst>
                <a:path extrusionOk="0" h="2575" w="1292">
                  <a:moveTo>
                    <a:pt x="871" y="0"/>
                  </a:moveTo>
                  <a:lnTo>
                    <a:pt x="0" y="1113"/>
                  </a:lnTo>
                  <a:lnTo>
                    <a:pt x="1292" y="2575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rgbClr val="143A6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6992938" y="3367088"/>
              <a:ext cx="309563" cy="252413"/>
            </a:xfrm>
            <a:custGeom>
              <a:rect b="b" l="l" r="r" t="t"/>
              <a:pathLst>
                <a:path extrusionOk="0" h="1113" w="1370">
                  <a:moveTo>
                    <a:pt x="499" y="1113"/>
                  </a:moveTo>
                  <a:lnTo>
                    <a:pt x="0" y="175"/>
                  </a:lnTo>
                  <a:lnTo>
                    <a:pt x="1370" y="0"/>
                  </a:lnTo>
                  <a:lnTo>
                    <a:pt x="499" y="1113"/>
                  </a:lnTo>
                  <a:close/>
                </a:path>
              </a:pathLst>
            </a:custGeom>
            <a:solidFill>
              <a:srgbClr val="1E54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6659563" y="3406775"/>
              <a:ext cx="446088" cy="212725"/>
            </a:xfrm>
            <a:custGeom>
              <a:rect b="b" l="l" r="r" t="t"/>
              <a:pathLst>
                <a:path extrusionOk="0" h="938" w="1963">
                  <a:moveTo>
                    <a:pt x="0" y="742"/>
                  </a:moveTo>
                  <a:lnTo>
                    <a:pt x="1963" y="938"/>
                  </a:lnTo>
                  <a:lnTo>
                    <a:pt x="1464" y="0"/>
                  </a:lnTo>
                  <a:lnTo>
                    <a:pt x="0" y="742"/>
                  </a:lnTo>
                  <a:close/>
                </a:path>
              </a:pathLst>
            </a:custGeom>
            <a:solidFill>
              <a:srgbClr val="153C7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6659563" y="3575050"/>
              <a:ext cx="446088" cy="228600"/>
            </a:xfrm>
            <a:custGeom>
              <a:rect b="b" l="l" r="r" t="t"/>
              <a:pathLst>
                <a:path extrusionOk="0" h="1002" w="1963">
                  <a:moveTo>
                    <a:pt x="0" y="0"/>
                  </a:moveTo>
                  <a:lnTo>
                    <a:pt x="221" y="1002"/>
                  </a:lnTo>
                  <a:lnTo>
                    <a:pt x="1963" y="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6710363" y="3619500"/>
              <a:ext cx="395288" cy="588963"/>
            </a:xfrm>
            <a:custGeom>
              <a:rect b="b" l="l" r="r" t="t"/>
              <a:pathLst>
                <a:path extrusionOk="0" h="2592" w="1742">
                  <a:moveTo>
                    <a:pt x="1742" y="0"/>
                  </a:moveTo>
                  <a:lnTo>
                    <a:pt x="1215" y="2592"/>
                  </a:lnTo>
                  <a:lnTo>
                    <a:pt x="0" y="806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143A6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6345238" y="3575050"/>
              <a:ext cx="365125" cy="228600"/>
            </a:xfrm>
            <a:custGeom>
              <a:rect b="b" l="l" r="r" t="t"/>
              <a:pathLst>
                <a:path extrusionOk="0" h="1002" w="1608">
                  <a:moveTo>
                    <a:pt x="0" y="172"/>
                  </a:moveTo>
                  <a:lnTo>
                    <a:pt x="1608" y="1002"/>
                  </a:lnTo>
                  <a:lnTo>
                    <a:pt x="1387" y="0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269038" y="3614738"/>
              <a:ext cx="441325" cy="357188"/>
            </a:xfrm>
            <a:custGeom>
              <a:rect b="b" l="l" r="r" t="t"/>
              <a:pathLst>
                <a:path extrusionOk="0" h="1573" w="1948">
                  <a:moveTo>
                    <a:pt x="340" y="0"/>
                  </a:moveTo>
                  <a:lnTo>
                    <a:pt x="0" y="1573"/>
                  </a:lnTo>
                  <a:lnTo>
                    <a:pt x="1948" y="83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163D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6269038" y="3803650"/>
              <a:ext cx="441325" cy="555625"/>
            </a:xfrm>
            <a:custGeom>
              <a:rect b="b" l="l" r="r" t="t"/>
              <a:pathLst>
                <a:path extrusionOk="0" h="2453" w="1948">
                  <a:moveTo>
                    <a:pt x="0" y="743"/>
                  </a:moveTo>
                  <a:lnTo>
                    <a:pt x="1237" y="2453"/>
                  </a:lnTo>
                  <a:lnTo>
                    <a:pt x="1948" y="0"/>
                  </a:lnTo>
                  <a:lnTo>
                    <a:pt x="0" y="743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5926138" y="3614738"/>
              <a:ext cx="419100" cy="357188"/>
            </a:xfrm>
            <a:custGeom>
              <a:rect b="b" l="l" r="r" t="t"/>
              <a:pathLst>
                <a:path extrusionOk="0" h="1573" w="1851">
                  <a:moveTo>
                    <a:pt x="1511" y="1573"/>
                  </a:moveTo>
                  <a:lnTo>
                    <a:pt x="0" y="0"/>
                  </a:lnTo>
                  <a:lnTo>
                    <a:pt x="1851" y="0"/>
                  </a:lnTo>
                  <a:lnTo>
                    <a:pt x="1511" y="1573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6191251" y="3971925"/>
              <a:ext cx="357188" cy="387350"/>
            </a:xfrm>
            <a:custGeom>
              <a:rect b="b" l="l" r="r" t="t"/>
              <a:pathLst>
                <a:path extrusionOk="0" h="1710" w="1581">
                  <a:moveTo>
                    <a:pt x="344" y="0"/>
                  </a:moveTo>
                  <a:lnTo>
                    <a:pt x="0" y="1613"/>
                  </a:lnTo>
                  <a:lnTo>
                    <a:pt x="1581" y="1710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0F2B5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124576" y="4337050"/>
              <a:ext cx="423863" cy="311150"/>
            </a:xfrm>
            <a:custGeom>
              <a:rect b="b" l="l" r="r" t="t"/>
              <a:pathLst>
                <a:path extrusionOk="0" h="1371" w="1870">
                  <a:moveTo>
                    <a:pt x="289" y="0"/>
                  </a:moveTo>
                  <a:lnTo>
                    <a:pt x="0" y="1371"/>
                  </a:lnTo>
                  <a:lnTo>
                    <a:pt x="515" y="1371"/>
                  </a:lnTo>
                  <a:lnTo>
                    <a:pt x="1870" y="97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rgbClr val="0E2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870576" y="4337050"/>
              <a:ext cx="320675" cy="311150"/>
            </a:xfrm>
            <a:custGeom>
              <a:rect b="b" l="l" r="r" t="t"/>
              <a:pathLst>
                <a:path extrusionOk="0" h="1371" w="1410">
                  <a:moveTo>
                    <a:pt x="1410" y="0"/>
                  </a:moveTo>
                  <a:lnTo>
                    <a:pt x="0" y="366"/>
                  </a:lnTo>
                  <a:lnTo>
                    <a:pt x="621" y="1371"/>
                  </a:lnTo>
                  <a:lnTo>
                    <a:pt x="1121" y="1371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rgbClr val="0E2A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365751" y="4419600"/>
              <a:ext cx="646113" cy="228600"/>
            </a:xfrm>
            <a:custGeom>
              <a:rect b="b" l="l" r="r" t="t"/>
              <a:pathLst>
                <a:path extrusionOk="0" h="1005" w="2847">
                  <a:moveTo>
                    <a:pt x="2226" y="0"/>
                  </a:moveTo>
                  <a:lnTo>
                    <a:pt x="0" y="484"/>
                  </a:lnTo>
                  <a:lnTo>
                    <a:pt x="1491" y="1005"/>
                  </a:lnTo>
                  <a:lnTo>
                    <a:pt x="2847" y="1005"/>
                  </a:lnTo>
                  <a:lnTo>
                    <a:pt x="2226" y="0"/>
                  </a:lnTo>
                  <a:close/>
                </a:path>
              </a:pathLst>
            </a:custGeom>
            <a:solidFill>
              <a:srgbClr val="0818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688013" y="3614738"/>
              <a:ext cx="581025" cy="357188"/>
            </a:xfrm>
            <a:custGeom>
              <a:rect b="b" l="l" r="r" t="t"/>
              <a:pathLst>
                <a:path extrusionOk="0" h="1573" w="2560">
                  <a:moveTo>
                    <a:pt x="1049" y="0"/>
                  </a:moveTo>
                  <a:lnTo>
                    <a:pt x="0" y="1036"/>
                  </a:lnTo>
                  <a:lnTo>
                    <a:pt x="2560" y="1573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13376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688013" y="3849688"/>
              <a:ext cx="581025" cy="569913"/>
            </a:xfrm>
            <a:custGeom>
              <a:rect b="b" l="l" r="r" t="t"/>
              <a:pathLst>
                <a:path extrusionOk="0" h="2516" w="2560">
                  <a:moveTo>
                    <a:pt x="0" y="0"/>
                  </a:moveTo>
                  <a:lnTo>
                    <a:pt x="806" y="2516"/>
                  </a:lnTo>
                  <a:lnTo>
                    <a:pt x="256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2E5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5870576" y="3971925"/>
              <a:ext cx="396875" cy="447675"/>
            </a:xfrm>
            <a:custGeom>
              <a:rect b="b" l="l" r="r" t="t"/>
              <a:pathLst>
                <a:path extrusionOk="0" h="1980" w="1749">
                  <a:moveTo>
                    <a:pt x="1410" y="1614"/>
                  </a:moveTo>
                  <a:lnTo>
                    <a:pt x="1749" y="0"/>
                  </a:lnTo>
                  <a:lnTo>
                    <a:pt x="0" y="1980"/>
                  </a:lnTo>
                  <a:lnTo>
                    <a:pt x="1410" y="1614"/>
                  </a:lnTo>
                  <a:close/>
                </a:path>
              </a:pathLst>
            </a:custGeom>
            <a:solidFill>
              <a:srgbClr val="0D2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5461001" y="3849688"/>
              <a:ext cx="409575" cy="569913"/>
            </a:xfrm>
            <a:custGeom>
              <a:rect b="b" l="l" r="r" t="t"/>
              <a:pathLst>
                <a:path extrusionOk="0" h="2516" w="1806">
                  <a:moveTo>
                    <a:pt x="1806" y="2516"/>
                  </a:moveTo>
                  <a:lnTo>
                    <a:pt x="0" y="946"/>
                  </a:lnTo>
                  <a:lnTo>
                    <a:pt x="1000" y="0"/>
                  </a:lnTo>
                  <a:lnTo>
                    <a:pt x="1806" y="2516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5659438" y="3546475"/>
              <a:ext cx="266700" cy="303213"/>
            </a:xfrm>
            <a:custGeom>
              <a:rect b="b" l="l" r="r" t="t"/>
              <a:pathLst>
                <a:path extrusionOk="0" h="1337" w="1172">
                  <a:moveTo>
                    <a:pt x="0" y="0"/>
                  </a:moveTo>
                  <a:lnTo>
                    <a:pt x="123" y="1337"/>
                  </a:lnTo>
                  <a:lnTo>
                    <a:pt x="1172" y="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5B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5332413" y="3546475"/>
              <a:ext cx="355600" cy="303213"/>
            </a:xfrm>
            <a:custGeom>
              <a:rect b="b" l="l" r="r" t="t"/>
              <a:pathLst>
                <a:path extrusionOk="0" h="1337" w="1565">
                  <a:moveTo>
                    <a:pt x="0" y="129"/>
                  </a:moveTo>
                  <a:lnTo>
                    <a:pt x="1565" y="1337"/>
                  </a:lnTo>
                  <a:lnTo>
                    <a:pt x="1442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1132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5127626" y="3114675"/>
              <a:ext cx="496888" cy="460375"/>
            </a:xfrm>
            <a:custGeom>
              <a:rect b="b" l="l" r="r" t="t"/>
              <a:pathLst>
                <a:path extrusionOk="0" h="2030" w="2194">
                  <a:moveTo>
                    <a:pt x="908" y="2030"/>
                  </a:moveTo>
                  <a:lnTo>
                    <a:pt x="0" y="0"/>
                  </a:lnTo>
                  <a:lnTo>
                    <a:pt x="2194" y="355"/>
                  </a:lnTo>
                  <a:lnTo>
                    <a:pt x="908" y="2030"/>
                  </a:lnTo>
                  <a:close/>
                </a:path>
              </a:pathLst>
            </a:custGeom>
            <a:solidFill>
              <a:srgbClr val="1E54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4870451" y="3114675"/>
              <a:ext cx="461963" cy="504825"/>
            </a:xfrm>
            <a:custGeom>
              <a:rect b="b" l="l" r="r" t="t"/>
              <a:pathLst>
                <a:path extrusionOk="0" h="2226" w="2039">
                  <a:moveTo>
                    <a:pt x="2039" y="2030"/>
                  </a:moveTo>
                  <a:lnTo>
                    <a:pt x="0" y="2226"/>
                  </a:lnTo>
                  <a:lnTo>
                    <a:pt x="1131" y="0"/>
                  </a:lnTo>
                  <a:lnTo>
                    <a:pt x="2039" y="2030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5332413" y="3575050"/>
              <a:ext cx="355600" cy="488950"/>
            </a:xfrm>
            <a:custGeom>
              <a:rect b="b" l="l" r="r" t="t"/>
              <a:pathLst>
                <a:path extrusionOk="0" h="2154" w="1565">
                  <a:moveTo>
                    <a:pt x="0" y="0"/>
                  </a:moveTo>
                  <a:lnTo>
                    <a:pt x="565" y="2154"/>
                  </a:lnTo>
                  <a:lnTo>
                    <a:pt x="1565" y="1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4975226" y="3575050"/>
              <a:ext cx="485775" cy="488950"/>
            </a:xfrm>
            <a:custGeom>
              <a:rect b="b" l="l" r="r" t="t"/>
              <a:pathLst>
                <a:path extrusionOk="0" h="2154" w="2141">
                  <a:moveTo>
                    <a:pt x="1576" y="0"/>
                  </a:moveTo>
                  <a:lnTo>
                    <a:pt x="0" y="2089"/>
                  </a:lnTo>
                  <a:lnTo>
                    <a:pt x="2141" y="2154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4870451" y="3575050"/>
              <a:ext cx="461963" cy="474663"/>
            </a:xfrm>
            <a:custGeom>
              <a:rect b="b" l="l" r="r" t="t"/>
              <a:pathLst>
                <a:path extrusionOk="0" h="2089" w="2039">
                  <a:moveTo>
                    <a:pt x="463" y="2089"/>
                  </a:moveTo>
                  <a:lnTo>
                    <a:pt x="0" y="196"/>
                  </a:lnTo>
                  <a:lnTo>
                    <a:pt x="2039" y="0"/>
                  </a:lnTo>
                  <a:lnTo>
                    <a:pt x="463" y="2089"/>
                  </a:lnTo>
                  <a:close/>
                </a:path>
              </a:pathLst>
            </a:custGeom>
            <a:solidFill>
              <a:srgbClr val="19468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4975226" y="4049713"/>
              <a:ext cx="485775" cy="363538"/>
            </a:xfrm>
            <a:custGeom>
              <a:rect b="b" l="l" r="r" t="t"/>
              <a:pathLst>
                <a:path extrusionOk="0" h="1602" w="2141">
                  <a:moveTo>
                    <a:pt x="0" y="0"/>
                  </a:moveTo>
                  <a:lnTo>
                    <a:pt x="408" y="1602"/>
                  </a:lnTo>
                  <a:lnTo>
                    <a:pt x="214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068888" y="4064000"/>
              <a:ext cx="392113" cy="466725"/>
            </a:xfrm>
            <a:custGeom>
              <a:rect b="b" l="l" r="r" t="t"/>
              <a:pathLst>
                <a:path extrusionOk="0" h="2054" w="1733">
                  <a:moveTo>
                    <a:pt x="0" y="1537"/>
                  </a:moveTo>
                  <a:lnTo>
                    <a:pt x="1313" y="2054"/>
                  </a:lnTo>
                  <a:lnTo>
                    <a:pt x="1733" y="0"/>
                  </a:lnTo>
                  <a:lnTo>
                    <a:pt x="0" y="1537"/>
                  </a:lnTo>
                  <a:close/>
                </a:path>
              </a:pathLst>
            </a:custGeom>
            <a:solidFill>
              <a:srgbClr val="102E5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5365751" y="4064000"/>
              <a:ext cx="504825" cy="466725"/>
            </a:xfrm>
            <a:custGeom>
              <a:rect b="b" l="l" r="r" t="t"/>
              <a:pathLst>
                <a:path extrusionOk="0" h="2054" w="2226">
                  <a:moveTo>
                    <a:pt x="0" y="2054"/>
                  </a:moveTo>
                  <a:lnTo>
                    <a:pt x="2226" y="1570"/>
                  </a:lnTo>
                  <a:lnTo>
                    <a:pt x="420" y="0"/>
                  </a:lnTo>
                  <a:lnTo>
                    <a:pt x="0" y="2054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4643438" y="4413250"/>
              <a:ext cx="1074738" cy="234950"/>
            </a:xfrm>
            <a:custGeom>
              <a:rect b="b" l="l" r="r" t="t"/>
              <a:pathLst>
                <a:path extrusionOk="0" h="1038" w="4735">
                  <a:moveTo>
                    <a:pt x="1871" y="0"/>
                  </a:moveTo>
                  <a:lnTo>
                    <a:pt x="0" y="614"/>
                  </a:lnTo>
                  <a:lnTo>
                    <a:pt x="2641" y="1038"/>
                  </a:lnTo>
                  <a:lnTo>
                    <a:pt x="4735" y="1038"/>
                  </a:lnTo>
                  <a:lnTo>
                    <a:pt x="1871" y="0"/>
                  </a:lnTo>
                  <a:close/>
                </a:path>
              </a:pathLst>
            </a:custGeom>
            <a:solidFill>
              <a:srgbClr val="0A1E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4403726" y="4551363"/>
              <a:ext cx="839788" cy="96838"/>
            </a:xfrm>
            <a:custGeom>
              <a:rect b="b" l="l" r="r" t="t"/>
              <a:pathLst>
                <a:path extrusionOk="0" h="424" w="3703">
                  <a:moveTo>
                    <a:pt x="0" y="424"/>
                  </a:moveTo>
                  <a:lnTo>
                    <a:pt x="1062" y="0"/>
                  </a:lnTo>
                  <a:lnTo>
                    <a:pt x="3703" y="424"/>
                  </a:lnTo>
                  <a:lnTo>
                    <a:pt x="0" y="424"/>
                  </a:lnTo>
                  <a:close/>
                </a:path>
              </a:pathLst>
            </a:custGeom>
            <a:solidFill>
              <a:srgbClr val="0818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4546601" y="4400550"/>
              <a:ext cx="522288" cy="150813"/>
            </a:xfrm>
            <a:custGeom>
              <a:rect b="b" l="l" r="r" t="t"/>
              <a:pathLst>
                <a:path extrusionOk="0" h="667" w="2301">
                  <a:moveTo>
                    <a:pt x="430" y="667"/>
                  </a:moveTo>
                  <a:lnTo>
                    <a:pt x="0" y="0"/>
                  </a:lnTo>
                  <a:lnTo>
                    <a:pt x="2301" y="53"/>
                  </a:lnTo>
                  <a:lnTo>
                    <a:pt x="430" y="667"/>
                  </a:lnTo>
                  <a:close/>
                </a:path>
              </a:pathLst>
            </a:custGeom>
            <a:solidFill>
              <a:srgbClr val="0717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4233863" y="4400550"/>
              <a:ext cx="409575" cy="247650"/>
            </a:xfrm>
            <a:custGeom>
              <a:rect b="b" l="l" r="r" t="t"/>
              <a:pathLst>
                <a:path extrusionOk="0" h="1091" w="1811">
                  <a:moveTo>
                    <a:pt x="1381" y="0"/>
                  </a:moveTo>
                  <a:lnTo>
                    <a:pt x="0" y="1091"/>
                  </a:lnTo>
                  <a:lnTo>
                    <a:pt x="749" y="1091"/>
                  </a:lnTo>
                  <a:lnTo>
                    <a:pt x="1811" y="66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4546601" y="4049713"/>
              <a:ext cx="522288" cy="363538"/>
            </a:xfrm>
            <a:custGeom>
              <a:rect b="b" l="l" r="r" t="t"/>
              <a:pathLst>
                <a:path extrusionOk="0" h="1602" w="2301">
                  <a:moveTo>
                    <a:pt x="1893" y="0"/>
                  </a:moveTo>
                  <a:lnTo>
                    <a:pt x="0" y="1549"/>
                  </a:lnTo>
                  <a:lnTo>
                    <a:pt x="2301" y="1602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0D2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4394201" y="4049713"/>
              <a:ext cx="581025" cy="350838"/>
            </a:xfrm>
            <a:custGeom>
              <a:rect b="b" l="l" r="r" t="t"/>
              <a:pathLst>
                <a:path extrusionOk="0" h="1549" w="2561">
                  <a:moveTo>
                    <a:pt x="2561" y="0"/>
                  </a:moveTo>
                  <a:lnTo>
                    <a:pt x="0" y="172"/>
                  </a:lnTo>
                  <a:lnTo>
                    <a:pt x="668" y="1549"/>
                  </a:lnTo>
                  <a:lnTo>
                    <a:pt x="2561" y="0"/>
                  </a:lnTo>
                  <a:close/>
                </a:path>
              </a:pathLst>
            </a:custGeom>
            <a:solidFill>
              <a:srgbClr val="0F2C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4394201" y="3619500"/>
              <a:ext cx="581025" cy="468313"/>
            </a:xfrm>
            <a:custGeom>
              <a:rect b="b" l="l" r="r" t="t"/>
              <a:pathLst>
                <a:path extrusionOk="0" h="2065" w="2561">
                  <a:moveTo>
                    <a:pt x="2561" y="1893"/>
                  </a:moveTo>
                  <a:lnTo>
                    <a:pt x="2098" y="0"/>
                  </a:lnTo>
                  <a:lnTo>
                    <a:pt x="0" y="2065"/>
                  </a:lnTo>
                  <a:lnTo>
                    <a:pt x="2561" y="1893"/>
                  </a:lnTo>
                  <a:close/>
                </a:path>
              </a:pathLst>
            </a:custGeom>
            <a:solidFill>
              <a:srgbClr val="1740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4656138" y="3114675"/>
              <a:ext cx="471488" cy="504825"/>
            </a:xfrm>
            <a:custGeom>
              <a:rect b="b" l="l" r="r" t="t"/>
              <a:pathLst>
                <a:path extrusionOk="0" h="2226" w="2077">
                  <a:moveTo>
                    <a:pt x="0" y="226"/>
                  </a:moveTo>
                  <a:lnTo>
                    <a:pt x="946" y="2226"/>
                  </a:lnTo>
                  <a:lnTo>
                    <a:pt x="2077" y="0"/>
                  </a:lnTo>
                  <a:lnTo>
                    <a:pt x="0" y="226"/>
                  </a:lnTo>
                  <a:close/>
                </a:path>
              </a:pathLst>
            </a:custGeom>
            <a:solidFill>
              <a:srgbClr val="19458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4416426" y="3167063"/>
              <a:ext cx="454025" cy="452438"/>
            </a:xfrm>
            <a:custGeom>
              <a:rect b="b" l="l" r="r" t="t"/>
              <a:pathLst>
                <a:path extrusionOk="0" h="2000" w="2001">
                  <a:moveTo>
                    <a:pt x="1055" y="0"/>
                  </a:moveTo>
                  <a:lnTo>
                    <a:pt x="0" y="1473"/>
                  </a:lnTo>
                  <a:lnTo>
                    <a:pt x="2001" y="2000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1B4C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4144963" y="3167063"/>
              <a:ext cx="511175" cy="333375"/>
            </a:xfrm>
            <a:custGeom>
              <a:rect b="b" l="l" r="r" t="t"/>
              <a:pathLst>
                <a:path extrusionOk="0" h="1473" w="2254">
                  <a:moveTo>
                    <a:pt x="1199" y="1473"/>
                  </a:moveTo>
                  <a:lnTo>
                    <a:pt x="0" y="1232"/>
                  </a:lnTo>
                  <a:lnTo>
                    <a:pt x="0" y="991"/>
                  </a:lnTo>
                  <a:lnTo>
                    <a:pt x="2254" y="0"/>
                  </a:lnTo>
                  <a:lnTo>
                    <a:pt x="1199" y="1473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4284663" y="3500438"/>
              <a:ext cx="585788" cy="427038"/>
            </a:xfrm>
            <a:custGeom>
              <a:rect b="b" l="l" r="r" t="t"/>
              <a:pathLst>
                <a:path extrusionOk="0" h="1883" w="2582">
                  <a:moveTo>
                    <a:pt x="581" y="0"/>
                  </a:moveTo>
                  <a:lnTo>
                    <a:pt x="0" y="1883"/>
                  </a:lnTo>
                  <a:lnTo>
                    <a:pt x="2582" y="52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1B4C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4189413" y="3716338"/>
              <a:ext cx="204788" cy="593725"/>
            </a:xfrm>
            <a:custGeom>
              <a:rect b="b" l="l" r="r" t="t"/>
              <a:pathLst>
                <a:path extrusionOk="0" h="2621" w="905">
                  <a:moveTo>
                    <a:pt x="0" y="0"/>
                  </a:moveTo>
                  <a:lnTo>
                    <a:pt x="443" y="2621"/>
                  </a:lnTo>
                  <a:lnTo>
                    <a:pt x="905" y="1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302126" y="3619500"/>
              <a:ext cx="568325" cy="468313"/>
            </a:xfrm>
            <a:custGeom>
              <a:rect b="b" l="l" r="r" t="t"/>
              <a:pathLst>
                <a:path extrusionOk="0" h="2065" w="2510">
                  <a:moveTo>
                    <a:pt x="412" y="2065"/>
                  </a:moveTo>
                  <a:lnTo>
                    <a:pt x="2510" y="0"/>
                  </a:lnTo>
                  <a:lnTo>
                    <a:pt x="0" y="1318"/>
                  </a:lnTo>
                  <a:lnTo>
                    <a:pt x="412" y="2065"/>
                  </a:lnTo>
                  <a:close/>
                </a:path>
              </a:pathLst>
            </a:custGeom>
            <a:solidFill>
              <a:srgbClr val="1131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144963" y="4310063"/>
              <a:ext cx="401638" cy="338138"/>
            </a:xfrm>
            <a:custGeom>
              <a:rect b="b" l="l" r="r" t="t"/>
              <a:pathLst>
                <a:path extrusionOk="0" h="1489" w="1770">
                  <a:moveTo>
                    <a:pt x="640" y="0"/>
                  </a:moveTo>
                  <a:lnTo>
                    <a:pt x="1770" y="398"/>
                  </a:lnTo>
                  <a:lnTo>
                    <a:pt x="389" y="1489"/>
                  </a:lnTo>
                  <a:lnTo>
                    <a:pt x="0" y="1489"/>
                  </a:lnTo>
                  <a:lnTo>
                    <a:pt x="0" y="1319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0717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144963" y="3721100"/>
              <a:ext cx="144463" cy="889000"/>
            </a:xfrm>
            <a:custGeom>
              <a:rect b="b" l="l" r="r" t="t"/>
              <a:pathLst>
                <a:path extrusionOk="0" h="3916" w="640">
                  <a:moveTo>
                    <a:pt x="0" y="3916"/>
                  </a:moveTo>
                  <a:lnTo>
                    <a:pt x="640" y="2597"/>
                  </a:lnTo>
                  <a:lnTo>
                    <a:pt x="211" y="0"/>
                  </a:lnTo>
                  <a:lnTo>
                    <a:pt x="0" y="922"/>
                  </a:lnTo>
                  <a:lnTo>
                    <a:pt x="0" y="3916"/>
                  </a:lnTo>
                  <a:close/>
                </a:path>
              </a:pathLst>
            </a:custGeom>
            <a:solidFill>
              <a:srgbClr val="0613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4144963" y="3617913"/>
              <a:ext cx="47625" cy="312738"/>
            </a:xfrm>
            <a:custGeom>
              <a:rect b="b" l="l" r="r" t="t"/>
              <a:pathLst>
                <a:path extrusionOk="0" h="1381" w="210">
                  <a:moveTo>
                    <a:pt x="0" y="1381"/>
                  </a:moveTo>
                  <a:lnTo>
                    <a:pt x="210" y="462"/>
                  </a:lnTo>
                  <a:lnTo>
                    <a:pt x="0" y="0"/>
                  </a:lnTo>
                  <a:lnTo>
                    <a:pt x="0" y="1381"/>
                  </a:lnTo>
                  <a:close/>
                </a:path>
              </a:pathLst>
            </a:custGeom>
            <a:solidFill>
              <a:srgbClr val="0C254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5029201" y="2209800"/>
              <a:ext cx="933450" cy="427038"/>
            </a:xfrm>
            <a:custGeom>
              <a:rect b="b" l="l" r="r" t="t"/>
              <a:pathLst>
                <a:path extrusionOk="0" h="1885" w="4115">
                  <a:moveTo>
                    <a:pt x="0" y="401"/>
                  </a:moveTo>
                  <a:lnTo>
                    <a:pt x="2280" y="1885"/>
                  </a:lnTo>
                  <a:lnTo>
                    <a:pt x="4115" y="0"/>
                  </a:lnTo>
                  <a:lnTo>
                    <a:pt x="1901" y="0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75A0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4429126" y="2411413"/>
              <a:ext cx="406400" cy="463550"/>
            </a:xfrm>
            <a:custGeom>
              <a:rect b="b" l="l" r="r" t="t"/>
              <a:pathLst>
                <a:path extrusionOk="0" h="2045" w="1793">
                  <a:moveTo>
                    <a:pt x="1424" y="0"/>
                  </a:moveTo>
                  <a:lnTo>
                    <a:pt x="0" y="567"/>
                  </a:lnTo>
                  <a:lnTo>
                    <a:pt x="1793" y="2045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5589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752976" y="2300288"/>
              <a:ext cx="457200" cy="436563"/>
            </a:xfrm>
            <a:custGeom>
              <a:rect b="b" l="l" r="r" t="t"/>
              <a:pathLst>
                <a:path extrusionOk="0" h="1925" w="2018">
                  <a:moveTo>
                    <a:pt x="0" y="487"/>
                  </a:moveTo>
                  <a:lnTo>
                    <a:pt x="1222" y="0"/>
                  </a:lnTo>
                  <a:lnTo>
                    <a:pt x="2018" y="1925"/>
                  </a:lnTo>
                  <a:lnTo>
                    <a:pt x="0" y="487"/>
                  </a:lnTo>
                  <a:close/>
                </a:path>
              </a:pathLst>
            </a:custGeom>
            <a:solidFill>
              <a:srgbClr val="8CB1E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8" name="Google Shape;13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>
              <a:alpha val="7686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2" name="Google Shape;1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7" name="Google Shape;16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6" name="Google Shape;18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3" name="Google Shape;19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0" y="101601"/>
            <a:ext cx="12192000" cy="890337"/>
          </a:xfrm>
          <a:prstGeom prst="rect">
            <a:avLst/>
          </a:prstGeom>
          <a:solidFill>
            <a:srgbClr val="F2F2F2">
              <a:alpha val="2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17"/>
          <p:cNvGrpSpPr/>
          <p:nvPr/>
        </p:nvGrpSpPr>
        <p:grpSpPr>
          <a:xfrm>
            <a:off x="0" y="-1"/>
            <a:ext cx="12192000" cy="101601"/>
            <a:chOff x="0" y="-1"/>
            <a:chExt cx="12192000" cy="101601"/>
          </a:xfrm>
        </p:grpSpPr>
        <p:sp>
          <p:nvSpPr>
            <p:cNvPr id="214" name="Google Shape;214;p17"/>
            <p:cNvSpPr/>
            <p:nvPr/>
          </p:nvSpPr>
          <p:spPr>
            <a:xfrm>
              <a:off x="0" y="0"/>
              <a:ext cx="12192000" cy="10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10791825" y="0"/>
              <a:ext cx="749300" cy="101600"/>
            </a:xfrm>
            <a:prstGeom prst="parallelogram">
              <a:avLst>
                <a:gd fmla="val 5625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0102850" y="0"/>
              <a:ext cx="749300" cy="101600"/>
            </a:xfrm>
            <a:prstGeom prst="parallelogram">
              <a:avLst>
                <a:gd fmla="val 5625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9413875" y="-1"/>
              <a:ext cx="749300" cy="101600"/>
            </a:xfrm>
            <a:prstGeom prst="parallelogram">
              <a:avLst>
                <a:gd fmla="val 5625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8724900" y="-1"/>
              <a:ext cx="749300" cy="101600"/>
            </a:xfrm>
            <a:prstGeom prst="parallelogram">
              <a:avLst>
                <a:gd fmla="val 562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8035925" y="0"/>
              <a:ext cx="749300" cy="101600"/>
            </a:xfrm>
            <a:prstGeom prst="parallelogram">
              <a:avLst>
                <a:gd fmla="val 5625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11480799" y="-1"/>
              <a:ext cx="711201" cy="101600"/>
            </a:xfrm>
            <a:custGeom>
              <a:rect b="b" l="l" r="r" t="t"/>
              <a:pathLst>
                <a:path extrusionOk="0" h="101600" w="711201">
                  <a:moveTo>
                    <a:pt x="57150" y="0"/>
                  </a:moveTo>
                  <a:lnTo>
                    <a:pt x="711201" y="0"/>
                  </a:lnTo>
                  <a:lnTo>
                    <a:pt x="71120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slideLayout" Target="../slideLayouts/slideLayout14.xml"  /><Relationship Id="rId3" Type="http://schemas.openxmlformats.org/officeDocument/2006/relationships/theme" Target="../theme/theme2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3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4.xml"  /><Relationship Id="rId3" Type="http://schemas.openxmlformats.org/officeDocument/2006/relationships/video" Target="file:///C:\Users\kccistc\Downloads\stopwatch%20&#51020;&#49548;&#44144;.mp4" TargetMode="External" /><Relationship Id="rId4" Type="http://schemas.microsoft.com/office/2007/relationships/media" Target="file:///C:\Users\kccistc\Downloads\stopwatch%20&#51020;&#49548;&#44144;.mp4" TargetMode="External" /><Relationship Id="rId5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4.xml"  /><Relationship Id="rId3" Type="http://schemas.openxmlformats.org/officeDocument/2006/relationships/video" Target="file:///C:\Users\kccistc\Downloads\watch%20&#51020;&#49548;&#44144;.mp4" TargetMode="External" /><Relationship Id="rId4" Type="http://schemas.microsoft.com/office/2007/relationships/media" Target="file:///C:\Users\kccistc\Downloads\watch%20&#51020;&#49548;&#44144;.mp4" TargetMode="External" /><Relationship Id="rId5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4.xml"  /><Relationship Id="rId3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notesSlide" Target="../notesSlides/notesSlide20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"/>
          <p:cNvSpPr txBox="1"/>
          <p:nvPr/>
        </p:nvSpPr>
        <p:spPr>
          <a:xfrm>
            <a:off x="5409397" y="2451470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Welcome 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 txBox="1"/>
          <p:nvPr/>
        </p:nvSpPr>
        <p:spPr>
          <a:xfrm>
            <a:off x="3734025" y="3222125"/>
            <a:ext cx="47460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StopWatch_watch </a:t>
            </a:r>
            <a:endParaRPr sz="40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1"/>
          <p:cNvGrpSpPr/>
          <p:nvPr/>
        </p:nvGrpSpPr>
        <p:grpSpPr>
          <a:xfrm rot="0">
            <a:off x="5915412" y="4432228"/>
            <a:ext cx="383236" cy="383236"/>
            <a:chOff x="5826521" y="4813155"/>
            <a:chExt cx="510381" cy="510381"/>
          </a:xfrm>
        </p:grpSpPr>
        <p:sp>
          <p:nvSpPr>
            <p:cNvPr id="228" name="Google Shape;228;p1"/>
            <p:cNvSpPr/>
            <p:nvPr/>
          </p:nvSpPr>
          <p:spPr>
            <a:xfrm>
              <a:off x="5826521" y="4813155"/>
              <a:ext cx="510381" cy="510381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/>
              <a:headEnd w="sm" len="sm"/>
              <a:tailEnd w="sm" len="sm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grpSp>
          <p:nvGrpSpPr>
            <p:cNvPr id="229" name="Google Shape;229;p1"/>
            <p:cNvGrpSpPr/>
            <p:nvPr/>
          </p:nvGrpSpPr>
          <p:grpSpPr>
            <a:xfrm rot="0">
              <a:off x="5941757" y="5017715"/>
              <a:ext cx="273305" cy="144594"/>
              <a:chOff x="5956300" y="4956175"/>
              <a:chExt cx="360075" cy="190500"/>
            </a:xfrm>
          </p:grpSpPr>
          <p:cxnSp>
            <p:nvCxnSpPr>
              <p:cNvPr id="230" name="Google Shape;230;p1"/>
              <p:cNvCxnSpPr/>
              <p:nvPr/>
            </p:nvCxnSpPr>
            <p:spPr>
              <a:xfrm>
                <a:off x="5956300" y="4956175"/>
                <a:ext cx="190500" cy="190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1"/>
                </a:solidFill>
                <a:prstDash val="solid"/>
                <a:miter/>
                <a:headEnd w="sm" len="sm"/>
                <a:tailEnd w="sm" len="sm"/>
              </a:ln>
            </p:spPr>
          </p:cxnSp>
          <p:cxnSp>
            <p:nvCxnSpPr>
              <p:cNvPr id="231" name="Google Shape;231;p1"/>
              <p:cNvCxnSpPr/>
              <p:nvPr/>
            </p:nvCxnSpPr>
            <p:spPr>
              <a:xfrm rot="10800000" flipH="1">
                <a:off x="6125875" y="4956175"/>
                <a:ext cx="190500" cy="190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1"/>
                </a:solidFill>
                <a:prstDash val="solid"/>
                <a:miter/>
                <a:headEnd w="sm" len="sm"/>
                <a:tailEnd w="sm" len="sm"/>
              </a:ln>
            </p:spPr>
          </p:cxnSp>
        </p:grpSp>
      </p:grpSp>
      <p:sp>
        <p:nvSpPr>
          <p:cNvPr id="232" name="Google Shape;232;p1"/>
          <p:cNvSpPr txBox="1"/>
          <p:nvPr/>
        </p:nvSpPr>
        <p:spPr>
          <a:xfrm>
            <a:off x="9068383" y="5723725"/>
            <a:ext cx="2739000" cy="694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000" b="1" i="0" u="none" strike="noStrike" cap="none">
                <a:solidFill>
                  <a:schemeClr val="lt1"/>
                </a:solidFill>
                <a:latin typeface="맑은 고딕"/>
                <a:ea typeface="맑은 고딕"/>
                <a:cs typeface="맑은 고딕"/>
                <a:sym typeface="맑은 고딕"/>
              </a:rPr>
              <a:t>2</a:t>
            </a:r>
            <a:r>
              <a:rPr lang="ko-KR" sz="2000" b="1" i="0" u="none" strike="noStrike" cap="none">
                <a:solidFill>
                  <a:schemeClr val="lt1"/>
                </a:solidFill>
                <a:latin typeface="맑은 고딕"/>
                <a:ea typeface="맑은 고딕"/>
                <a:cs typeface="맑은 고딕"/>
                <a:sym typeface="맑은 고딕"/>
              </a:rPr>
              <a:t>조 정준혁  김성은 </a:t>
            </a:r>
            <a:endParaRPr lang="ko-KR" sz="2000" b="1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2000" b="1" i="0" u="none" strike="noStrike" cap="none">
                <a:solidFill>
                  <a:schemeClr val="lt1"/>
                </a:solidFill>
                <a:latin typeface="맑은 고딕"/>
                <a:ea typeface="맑은 고딕"/>
                <a:cs typeface="맑은 고딕"/>
                <a:sym typeface="맑은 고딕"/>
              </a:rPr>
              <a:t>2026.10.1</a:t>
            </a:r>
            <a:r>
              <a:rPr lang="en-US" altLang="ko-KR" sz="2000" b="1" i="0" u="none" strike="noStrike" cap="none">
                <a:solidFill>
                  <a:schemeClr val="lt1"/>
                </a:solidFill>
                <a:latin typeface="맑은 고딕"/>
                <a:ea typeface="맑은 고딕"/>
                <a:cs typeface="맑은 고딕"/>
                <a:sym typeface="맑은 고딕"/>
              </a:rPr>
              <a:t>9</a:t>
            </a:r>
            <a:endParaRPr lang="en-US" altLang="ko-KR" sz="2000" b="1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33" name="Google Shape;233;p1"/>
          <p:cNvSpPr txBox="1"/>
          <p:nvPr/>
        </p:nvSpPr>
        <p:spPr>
          <a:xfrm>
            <a:off x="5838800" y="2851675"/>
            <a:ext cx="9822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"/>
          <p:cNvSpPr/>
          <p:nvPr/>
        </p:nvSpPr>
        <p:spPr>
          <a:xfrm>
            <a:off x="0" y="-5949"/>
            <a:ext cx="12192000" cy="6858000"/>
          </a:xfrm>
          <a:prstGeom prst="rect">
            <a:avLst/>
          </a:prstGeom>
          <a:solidFill>
            <a:schemeClr val="dk2">
              <a:alpha val="83920"/>
            </a:scheme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 txBox="1"/>
          <p:nvPr/>
        </p:nvSpPr>
        <p:spPr>
          <a:xfrm>
            <a:off x="589499" y="1138902"/>
            <a:ext cx="4537631" cy="4355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개요</a:t>
            </a:r>
            <a:endParaRPr lang="ko-KR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 lang="ko-KR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en-US" alt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FSM </a:t>
            </a:r>
            <a:r>
              <a:rPr lang="ko-KR" altLang="en-US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구조 설명</a:t>
            </a:r>
            <a:endParaRPr lang="ko-KR" altLang="en-US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altLang="en-US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동작 구현</a:t>
            </a:r>
            <a:endParaRPr lang="ko-KR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시나리오 설명</a:t>
            </a:r>
            <a:endParaRPr lang="ko-KR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lang="ko-KR"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742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AutoNum type="arabicPeriod"/>
              <a:defRPr/>
            </a:pPr>
            <a:r>
              <a:rPr lang="ko-KR"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고찰</a:t>
            </a:r>
            <a:endParaRPr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2"/>
          <p:cNvCxnSpPr/>
          <p:nvPr/>
        </p:nvCxnSpPr>
        <p:spPr>
          <a:xfrm>
            <a:off x="521029" y="6372225"/>
            <a:ext cx="334377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/>
            <a:headEnd w="sm" len="sm"/>
            <a:tailEnd w="sm" len="sm"/>
          </a:ln>
        </p:spPr>
      </p:cxnSp>
      <p:grpSp>
        <p:nvGrpSpPr>
          <p:cNvPr id="241" name="Google Shape;241;p2"/>
          <p:cNvGrpSpPr/>
          <p:nvPr/>
        </p:nvGrpSpPr>
        <p:grpSpPr>
          <a:xfrm rot="0">
            <a:off x="6563706" y="130739"/>
            <a:ext cx="5668103" cy="5524966"/>
            <a:chOff x="2811965" y="326253"/>
            <a:chExt cx="5668103" cy="5524966"/>
          </a:xfrm>
        </p:grpSpPr>
        <p:sp>
          <p:nvSpPr>
            <p:cNvPr id="242" name="Google Shape;242;p2"/>
            <p:cNvSpPr/>
            <p:nvPr/>
          </p:nvSpPr>
          <p:spPr>
            <a:xfrm>
              <a:off x="2811965" y="683868"/>
              <a:ext cx="584654" cy="584654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3619067" y="326253"/>
              <a:ext cx="1085121" cy="1085121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4456205" y="1679552"/>
              <a:ext cx="584654" cy="584654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565293" y="3076005"/>
              <a:ext cx="1085121" cy="1085121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5343899" y="1679552"/>
              <a:ext cx="1068792" cy="1068792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975604" y="2959404"/>
              <a:ext cx="2504464" cy="2504464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330151" y="5076519"/>
              <a:ext cx="774700" cy="774700"/>
            </a:xfrm>
            <a:prstGeom prst="ellipse">
              <a:avLst/>
            </a:prstGeom>
            <a:solidFill>
              <a:schemeClr val="lt1">
                <a:alpha val="5880"/>
              </a:scheme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9" name="Google Shape;249;p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 rot="18900000">
            <a:off x="-551853" y="5268354"/>
            <a:ext cx="2788605" cy="278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9900615" y="2898009"/>
            <a:ext cx="2268462" cy="227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7370808" y="213884"/>
            <a:ext cx="1137998" cy="93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push/>
      </p:transition>
    </mc:Choice>
    <mc:Fallback>
      <p:transition xmlns:mc="http://schemas.openxmlformats.org/markup-compatibility/2006" xmlns:hp="http://schemas.haansoft.com/office/presentation/8.0" spd="med" mc:Ignorable="hp" hp:hslDur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1c113ec52234ad39_3_1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1c113ec52234ad39_3_1"/>
          <p:cNvSpPr txBox="1"/>
          <p:nvPr/>
        </p:nvSpPr>
        <p:spPr>
          <a:xfrm>
            <a:off x="768096" y="94364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Basys-3 기반 Watch·Stopwatch 통합 시스템 구현</a:t>
            </a:r>
            <a:endParaRPr b="1" i="0" sz="2400" u="sng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h1c113ec52234ad39_3_1"/>
          <p:cNvSpPr/>
          <p:nvPr/>
        </p:nvSpPr>
        <p:spPr>
          <a:xfrm>
            <a:off x="502920" y="1501424"/>
            <a:ext cx="11201400" cy="987600"/>
          </a:xfrm>
          <a:prstGeom prst="roundRect">
            <a:avLst>
              <a:gd fmla="val 1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1c113ec52234ad39_3_1"/>
          <p:cNvSpPr txBox="1"/>
          <p:nvPr/>
        </p:nvSpPr>
        <p:spPr>
          <a:xfrm>
            <a:off x="685800" y="1538000"/>
            <a:ext cx="1088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목표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100 MHz Clock → 100 Hz tick 기반 </a:t>
            </a:r>
            <a:r>
              <a:rPr b="1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Watch(시각 설정)·Stopwatch(시간 측정) 독립 동작</a:t>
            </a:r>
            <a:r>
              <a:rPr b="0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b="1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sw[0] MUX로 출력만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버튼 4개 </a:t>
            </a:r>
            <a:r>
              <a:rPr b="1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Debounce + FSM 제어</a:t>
            </a:r>
            <a:r>
              <a:rPr b="0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sw[1]로 </a:t>
            </a:r>
            <a:r>
              <a:rPr b="1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 형식(hour.min / sec.msec) 전환</a:t>
            </a:r>
            <a:r>
              <a:rPr b="0" i="0" lang="ko-KR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4-digit FND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1c113ec52234ad39_3_1"/>
          <p:cNvSpPr txBox="1"/>
          <p:nvPr/>
        </p:nvSpPr>
        <p:spPr>
          <a:xfrm>
            <a:off x="502920" y="2602436"/>
            <a:ext cx="6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스위치 및 버튼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1c113ec52234ad39_3_1"/>
          <p:cNvSpPr txBox="1"/>
          <p:nvPr/>
        </p:nvSpPr>
        <p:spPr>
          <a:xfrm>
            <a:off x="6949440" y="2898648"/>
            <a:ext cx="47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 of I/O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" name="Google Shape;262;h1c113ec52234ad39_3_1"/>
          <p:cNvGraphicFramePr/>
          <p:nvPr/>
        </p:nvGraphicFramePr>
        <p:xfrm>
          <a:off x="502920" y="2977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{009857F5-C93C-4052-B698-A53033A13D97}</a:tableStyleId>
              </a:tblPr>
              <a:tblGrid>
                <a:gridCol w="384050"/>
                <a:gridCol w="658375"/>
                <a:gridCol w="658375"/>
                <a:gridCol w="2240275"/>
                <a:gridCol w="2276850"/>
              </a:tblGrid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보드 입력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 기능 (sw[0] = 0)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Stopwatch 기능 (sw[0] = 1)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D91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btnC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U18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reset → 12:00:00.00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reset → 00:00:00.00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②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btnL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W19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자리 ← 이동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CLEAR (STOP만)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T17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자리 → 이동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RUN / STOP 전환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btnU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T18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자리 +1 / +10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MODE : UP ↔ DOWN (STOP만)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⑤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btnD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U17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자리 -1 / -10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⑥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sw[0]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V17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 : Watch 출력 + 버튼 전달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 : Stopwatch 출력 + 버튼 전달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sw[1]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V16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hour.min(1) / sec.msec(0) 표시·설정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hour.min(1) / sec.msec(0) 표시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⑧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com·seg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fnd_com[3:0] 자리 선택 · fnd_font[7:0] 세그먼트 → 4-digit 표시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63" name="Google Shape;263;h1c113ec52234ad39_3_1"/>
          <p:cNvSpPr txBox="1"/>
          <p:nvPr/>
        </p:nvSpPr>
        <p:spPr>
          <a:xfrm>
            <a:off x="6903720" y="3310128"/>
            <a:ext cx="1234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사용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clk (W5)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btn ①~⑤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sw ⑥ 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FND 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sys3_crop.jpg" id="264" name="Google Shape;264;h1c113ec52234ad39_3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0" y="3310128"/>
            <a:ext cx="3611881" cy="239021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h1c113ec52234ad39_3_1"/>
          <p:cNvSpPr/>
          <p:nvPr/>
        </p:nvSpPr>
        <p:spPr>
          <a:xfrm>
            <a:off x="8659009" y="4655730"/>
            <a:ext cx="920700" cy="308100"/>
          </a:xfrm>
          <a:prstGeom prst="roundRect">
            <a:avLst>
              <a:gd fmla="val 10000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h1c113ec52234ad39_3_1"/>
          <p:cNvSpPr/>
          <p:nvPr/>
        </p:nvSpPr>
        <p:spPr>
          <a:xfrm>
            <a:off x="10394128" y="4418479"/>
            <a:ext cx="637500" cy="580800"/>
          </a:xfrm>
          <a:prstGeom prst="roundRect">
            <a:avLst>
              <a:gd fmla="val 10000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1c113ec52234ad39_3_1"/>
          <p:cNvSpPr/>
          <p:nvPr/>
        </p:nvSpPr>
        <p:spPr>
          <a:xfrm>
            <a:off x="11013813" y="5126691"/>
            <a:ext cx="375300" cy="368400"/>
          </a:xfrm>
          <a:prstGeom prst="roundRect">
            <a:avLst>
              <a:gd fmla="val 10000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h1c113ec52234ad39_3_1"/>
          <p:cNvSpPr/>
          <p:nvPr/>
        </p:nvSpPr>
        <p:spPr>
          <a:xfrm>
            <a:off x="10616811" y="4619916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h1c113ec52234ad39_3_1"/>
          <p:cNvSpPr/>
          <p:nvPr/>
        </p:nvSpPr>
        <p:spPr>
          <a:xfrm>
            <a:off x="10616811" y="4418076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1c113ec52234ad39_3_1"/>
          <p:cNvSpPr/>
          <p:nvPr/>
        </p:nvSpPr>
        <p:spPr>
          <a:xfrm>
            <a:off x="10839898" y="4619916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1c113ec52234ad39_3_1"/>
          <p:cNvSpPr/>
          <p:nvPr/>
        </p:nvSpPr>
        <p:spPr>
          <a:xfrm>
            <a:off x="10386642" y="4619916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1c113ec52234ad39_3_1"/>
          <p:cNvSpPr/>
          <p:nvPr/>
        </p:nvSpPr>
        <p:spPr>
          <a:xfrm>
            <a:off x="10616811" y="4818215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h1c113ec52234ad39_3_1"/>
          <p:cNvSpPr/>
          <p:nvPr/>
        </p:nvSpPr>
        <p:spPr>
          <a:xfrm>
            <a:off x="8516963" y="4559718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h1c113ec52234ad39_3_1"/>
          <p:cNvSpPr/>
          <p:nvPr/>
        </p:nvSpPr>
        <p:spPr>
          <a:xfrm>
            <a:off x="11013410" y="4974022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1c113ec52234ad39_3_1"/>
          <p:cNvSpPr/>
          <p:nvPr/>
        </p:nvSpPr>
        <p:spPr>
          <a:xfrm>
            <a:off x="11194004" y="4974022"/>
            <a:ext cx="192000" cy="19200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h1c113ec52234ad39_3_1"/>
          <p:cNvSpPr txBox="1"/>
          <p:nvPr/>
        </p:nvSpPr>
        <p:spPr>
          <a:xfrm>
            <a:off x="8092440" y="5718630"/>
            <a:ext cx="361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Basys-3 (Artix-7 XC7A35T)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1c113ec52234ad39_3_1"/>
          <p:cNvSpPr txBox="1"/>
          <p:nvPr/>
        </p:nvSpPr>
        <p:spPr>
          <a:xfrm>
            <a:off x="502920" y="6336792"/>
            <a:ext cx="1124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Note. 버튼 디바운스 : 100 Hz 샘플링 8회 연속 HIGH (약 80 ms)  /  시간 tick : 100 Hz (10 ms)  /  범위 : msec 0~99, sec·min 0~59, hour 0~23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3c97a2369791e3d3_0_1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Block Diagram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h3c97a2369791e3d3_0_1"/>
          <p:cNvSpPr txBox="1"/>
          <p:nvPr/>
        </p:nvSpPr>
        <p:spPr>
          <a:xfrm>
            <a:off x="579964" y="1067203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Watch·Stopwatch 독립 동작, 출력만 선택하는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h3c97a2369791e3d3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967" y="1691640"/>
            <a:ext cx="9509760" cy="3640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h3c97a2369791e3d3_0_1"/>
          <p:cNvSpPr txBox="1"/>
          <p:nvPr/>
        </p:nvSpPr>
        <p:spPr>
          <a:xfrm>
            <a:off x="696974" y="5712970"/>
            <a:ext cx="256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버튼 4개 디바운스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sw[0]로 버튼 Gating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3c97a2369791e3d3_0_1"/>
          <p:cNvSpPr txBox="1"/>
          <p:nvPr/>
        </p:nvSpPr>
        <p:spPr>
          <a:xfrm>
            <a:off x="3478348" y="5729807"/>
            <a:ext cx="256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Watch·Stopwatch CU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시간 설정·RUN/STOP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h3c97a2369791e3d3_0_1"/>
          <p:cNvSpPr txBox="1"/>
          <p:nvPr/>
        </p:nvSpPr>
        <p:spPr>
          <a:xfrm>
            <a:off x="6173538" y="5729807"/>
            <a:ext cx="256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시각 카운트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스톱워치 측정·정지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3c97a2369791e3d3_0_1"/>
          <p:cNvSpPr txBox="1"/>
          <p:nvPr/>
        </p:nvSpPr>
        <p:spPr>
          <a:xfrm>
            <a:off x="8741650" y="5720789"/>
            <a:ext cx="256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 데이터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sw[1] 표시 형식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3c97a2369791e3d3_0_1"/>
          <p:cNvSpPr/>
          <p:nvPr/>
        </p:nvSpPr>
        <p:spPr>
          <a:xfrm>
            <a:off x="1302893" y="5368364"/>
            <a:ext cx="176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ko-KR" sz="1650" u="none" cap="none" strike="noStrike">
                <a:solidFill>
                  <a:srgbClr val="0079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입력 처리</a:t>
            </a:r>
            <a:endParaRPr b="1" i="0" sz="1650" u="none" cap="none" strike="noStrike">
              <a:solidFill>
                <a:srgbClr val="0079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0" name="Google Shape;290;h3c97a2369791e3d3_0_1"/>
          <p:cNvCxnSpPr/>
          <p:nvPr/>
        </p:nvCxnSpPr>
        <p:spPr>
          <a:xfrm>
            <a:off x="3064567" y="5544576"/>
            <a:ext cx="619200" cy="0"/>
          </a:xfrm>
          <a:prstGeom prst="straightConnector1">
            <a:avLst/>
          </a:prstGeom>
          <a:noFill/>
          <a:ln cap="flat" cmpd="sng" w="19050">
            <a:solidFill>
              <a:srgbClr val="008D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h3c97a2369791e3d3_0_1"/>
          <p:cNvSpPr/>
          <p:nvPr/>
        </p:nvSpPr>
        <p:spPr>
          <a:xfrm>
            <a:off x="4130554" y="5339315"/>
            <a:ext cx="1619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ko-KR" sz="1650" u="none" cap="none" strike="noStrike">
                <a:solidFill>
                  <a:srgbClr val="008D9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모드별 제어</a:t>
            </a:r>
            <a:endParaRPr b="1" i="0" sz="1650" u="none" cap="none" strike="noStrike">
              <a:solidFill>
                <a:srgbClr val="008D9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2" name="Google Shape;292;h3c97a2369791e3d3_0_1"/>
          <p:cNvCxnSpPr/>
          <p:nvPr/>
        </p:nvCxnSpPr>
        <p:spPr>
          <a:xfrm>
            <a:off x="5675764" y="5507553"/>
            <a:ext cx="619200" cy="0"/>
          </a:xfrm>
          <a:prstGeom prst="straightConnector1">
            <a:avLst/>
          </a:prstGeom>
          <a:noFill/>
          <a:ln cap="flat" cmpd="sng" w="19050">
            <a:solidFill>
              <a:srgbClr val="008D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h3c97a2369791e3d3_0_1"/>
          <p:cNvSpPr/>
          <p:nvPr/>
        </p:nvSpPr>
        <p:spPr>
          <a:xfrm>
            <a:off x="6586446" y="5360545"/>
            <a:ext cx="1714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ko-KR" sz="1650" u="none" cap="none" strike="noStrike">
                <a:solidFill>
                  <a:srgbClr val="0079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시간 연산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h3c97a2369791e3d3_0_1"/>
          <p:cNvCxnSpPr/>
          <p:nvPr/>
        </p:nvCxnSpPr>
        <p:spPr>
          <a:xfrm>
            <a:off x="8300946" y="5544576"/>
            <a:ext cx="619200" cy="0"/>
          </a:xfrm>
          <a:prstGeom prst="straightConnector1">
            <a:avLst/>
          </a:prstGeom>
          <a:noFill/>
          <a:ln cap="flat" cmpd="sng" w="19050">
            <a:solidFill>
              <a:srgbClr val="008D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h3c97a2369791e3d3_0_1"/>
          <p:cNvSpPr/>
          <p:nvPr/>
        </p:nvSpPr>
        <p:spPr>
          <a:xfrm>
            <a:off x="9217900" y="5360544"/>
            <a:ext cx="1463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008D9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FND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3c97a2369791e3d3_0_1"/>
          <p:cNvSpPr/>
          <p:nvPr/>
        </p:nvSpPr>
        <p:spPr>
          <a:xfrm>
            <a:off x="2019543" y="2505931"/>
            <a:ext cx="1938900" cy="1861200"/>
          </a:xfrm>
          <a:prstGeom prst="rect">
            <a:avLst/>
          </a:prstGeom>
          <a:noFill/>
          <a:ln cap="flat" cmpd="sng" w="28575">
            <a:solidFill>
              <a:srgbClr val="0079B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h3c97a2369791e3d3_0_1"/>
          <p:cNvSpPr/>
          <p:nvPr/>
        </p:nvSpPr>
        <p:spPr>
          <a:xfrm>
            <a:off x="4593286" y="2554401"/>
            <a:ext cx="1042200" cy="1812900"/>
          </a:xfrm>
          <a:prstGeom prst="rect">
            <a:avLst/>
          </a:prstGeom>
          <a:noFill/>
          <a:ln cap="flat" cmpd="sng" w="28575">
            <a:solidFill>
              <a:srgbClr val="008D9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h3c97a2369791e3d3_0_1"/>
          <p:cNvSpPr/>
          <p:nvPr/>
        </p:nvSpPr>
        <p:spPr>
          <a:xfrm>
            <a:off x="6052224" y="2554401"/>
            <a:ext cx="1037400" cy="1812900"/>
          </a:xfrm>
          <a:prstGeom prst="rect">
            <a:avLst/>
          </a:prstGeom>
          <a:noFill/>
          <a:ln cap="flat" cmpd="sng" w="28575">
            <a:solidFill>
              <a:srgbClr val="0079B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h3c97a2369791e3d3_0_1"/>
          <p:cNvSpPr/>
          <p:nvPr/>
        </p:nvSpPr>
        <p:spPr>
          <a:xfrm>
            <a:off x="7961931" y="2690116"/>
            <a:ext cx="2161800" cy="1531500"/>
          </a:xfrm>
          <a:prstGeom prst="rect">
            <a:avLst/>
          </a:prstGeom>
          <a:noFill/>
          <a:ln cap="flat" cmpd="sng" w="28575">
            <a:solidFill>
              <a:srgbClr val="008D9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h3c97a2369791e3d3_0_1"/>
          <p:cNvSpPr/>
          <p:nvPr/>
        </p:nvSpPr>
        <p:spPr>
          <a:xfrm>
            <a:off x="2833545" y="2350483"/>
            <a:ext cx="310800" cy="310800"/>
          </a:xfrm>
          <a:prstGeom prst="ellipse">
            <a:avLst/>
          </a:prstGeom>
          <a:solidFill>
            <a:srgbClr val="0079B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3c97a2369791e3d3_0_1"/>
          <p:cNvSpPr/>
          <p:nvPr/>
        </p:nvSpPr>
        <p:spPr>
          <a:xfrm>
            <a:off x="4958938" y="2398953"/>
            <a:ext cx="310800" cy="310800"/>
          </a:xfrm>
          <a:prstGeom prst="ellipse">
            <a:avLst/>
          </a:prstGeom>
          <a:solidFill>
            <a:srgbClr val="008D9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3c97a2369791e3d3_0_1"/>
          <p:cNvSpPr/>
          <p:nvPr/>
        </p:nvSpPr>
        <p:spPr>
          <a:xfrm>
            <a:off x="6415476" y="2398953"/>
            <a:ext cx="310800" cy="310800"/>
          </a:xfrm>
          <a:prstGeom prst="ellipse">
            <a:avLst/>
          </a:prstGeom>
          <a:solidFill>
            <a:srgbClr val="0079B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3c97a2369791e3d3_0_1"/>
          <p:cNvSpPr/>
          <p:nvPr/>
        </p:nvSpPr>
        <p:spPr>
          <a:xfrm>
            <a:off x="8887383" y="2534668"/>
            <a:ext cx="310800" cy="310800"/>
          </a:xfrm>
          <a:prstGeom prst="ellipse">
            <a:avLst/>
          </a:prstGeom>
          <a:solidFill>
            <a:srgbClr val="008D9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6ecb6d244552310a_0_14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FSM 구조 설명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6ecb6d244552310a_0_14"/>
          <p:cNvSpPr txBox="1"/>
          <p:nvPr/>
        </p:nvSpPr>
        <p:spPr>
          <a:xfrm>
            <a:off x="662940" y="985375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두 Control Unit 모두 2-bit 4-state FSM, 버튼 tick → 제어 신호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6ecb6d244552310a_0_14"/>
          <p:cNvSpPr txBox="1"/>
          <p:nvPr/>
        </p:nvSpPr>
        <p:spPr>
          <a:xfrm>
            <a:off x="502920" y="1810512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7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Stopwatch Control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6ecb6d244552310a_0_14"/>
          <p:cNvSpPr txBox="1"/>
          <p:nvPr/>
        </p:nvSpPr>
        <p:spPr>
          <a:xfrm>
            <a:off x="6355080" y="1810512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7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Watch Control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h6ecb6d244552310a_0_14"/>
          <p:cNvCxnSpPr/>
          <p:nvPr/>
        </p:nvCxnSpPr>
        <p:spPr>
          <a:xfrm>
            <a:off x="6099048" y="1874520"/>
            <a:ext cx="0" cy="44805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h6ecb6d244552310a_0_14"/>
          <p:cNvSpPr/>
          <p:nvPr/>
        </p:nvSpPr>
        <p:spPr>
          <a:xfrm>
            <a:off x="662940" y="2537460"/>
            <a:ext cx="1051500" cy="1051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6ecb6d244552310a_0_14"/>
          <p:cNvSpPr/>
          <p:nvPr/>
        </p:nvSpPr>
        <p:spPr>
          <a:xfrm>
            <a:off x="2720340" y="2537460"/>
            <a:ext cx="1051500" cy="1051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run_stop=0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h6ecb6d244552310a_0_14"/>
          <p:cNvSpPr/>
          <p:nvPr/>
        </p:nvSpPr>
        <p:spPr>
          <a:xfrm>
            <a:off x="4777740" y="2537460"/>
            <a:ext cx="1051500" cy="1051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run_stop=1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h6ecb6d244552310a_0_14"/>
          <p:cNvSpPr/>
          <p:nvPr/>
        </p:nvSpPr>
        <p:spPr>
          <a:xfrm>
            <a:off x="2720340" y="4183380"/>
            <a:ext cx="1051500" cy="1051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 반전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h6ecb6d244552310a_0_14"/>
          <p:cNvCxnSpPr/>
          <p:nvPr/>
        </p:nvCxnSpPr>
        <p:spPr>
          <a:xfrm rot="10800000">
            <a:off x="1693806" y="2916936"/>
            <a:ext cx="10473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h6ecb6d244552310a_0_14"/>
          <p:cNvCxnSpPr/>
          <p:nvPr/>
        </p:nvCxnSpPr>
        <p:spPr>
          <a:xfrm>
            <a:off x="1693735" y="3209544"/>
            <a:ext cx="10473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h6ecb6d244552310a_0_14"/>
          <p:cNvSpPr txBox="1"/>
          <p:nvPr/>
        </p:nvSpPr>
        <p:spPr>
          <a:xfrm>
            <a:off x="1691640" y="2615184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btnL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6ecb6d244552310a_0_14"/>
          <p:cNvSpPr txBox="1"/>
          <p:nvPr/>
        </p:nvSpPr>
        <p:spPr>
          <a:xfrm>
            <a:off x="1691640" y="3227832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1 clk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h6ecb6d244552310a_0_14"/>
          <p:cNvCxnSpPr/>
          <p:nvPr/>
        </p:nvCxnSpPr>
        <p:spPr>
          <a:xfrm>
            <a:off x="3751135" y="2916936"/>
            <a:ext cx="10473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h6ecb6d244552310a_0_14"/>
          <p:cNvCxnSpPr/>
          <p:nvPr/>
        </p:nvCxnSpPr>
        <p:spPr>
          <a:xfrm rot="10800000">
            <a:off x="3751206" y="3209544"/>
            <a:ext cx="10473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h6ecb6d244552310a_0_14"/>
          <p:cNvSpPr txBox="1"/>
          <p:nvPr/>
        </p:nvSpPr>
        <p:spPr>
          <a:xfrm>
            <a:off x="3749040" y="2615184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6ecb6d244552310a_0_14"/>
          <p:cNvSpPr txBox="1"/>
          <p:nvPr/>
        </p:nvSpPr>
        <p:spPr>
          <a:xfrm>
            <a:off x="3749040" y="3227832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h6ecb6d244552310a_0_14"/>
          <p:cNvCxnSpPr/>
          <p:nvPr/>
        </p:nvCxnSpPr>
        <p:spPr>
          <a:xfrm>
            <a:off x="3099816" y="3568255"/>
            <a:ext cx="0" cy="636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h6ecb6d244552310a_0_14"/>
          <p:cNvCxnSpPr/>
          <p:nvPr/>
        </p:nvCxnSpPr>
        <p:spPr>
          <a:xfrm rot="10800000">
            <a:off x="3392424" y="3568146"/>
            <a:ext cx="0" cy="636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h6ecb6d244552310a_0_14"/>
          <p:cNvSpPr txBox="1"/>
          <p:nvPr/>
        </p:nvSpPr>
        <p:spPr>
          <a:xfrm>
            <a:off x="2148840" y="3730752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btnU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h6ecb6d244552310a_0_14"/>
          <p:cNvSpPr txBox="1"/>
          <p:nvPr/>
        </p:nvSpPr>
        <p:spPr>
          <a:xfrm>
            <a:off x="3447288" y="3730752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1 clk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h6ecb6d244552310a_0_14"/>
          <p:cNvSpPr txBox="1"/>
          <p:nvPr/>
        </p:nvSpPr>
        <p:spPr>
          <a:xfrm>
            <a:off x="3840480" y="4572000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 UP ↔ DOWN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6ecb6d244552310a_0_14"/>
          <p:cNvSpPr/>
          <p:nvPr/>
        </p:nvSpPr>
        <p:spPr>
          <a:xfrm>
            <a:off x="3191256" y="2157984"/>
            <a:ext cx="109800" cy="109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h6ecb6d244552310a_0_14"/>
          <p:cNvCxnSpPr/>
          <p:nvPr/>
        </p:nvCxnSpPr>
        <p:spPr>
          <a:xfrm>
            <a:off x="3246120" y="2267712"/>
            <a:ext cx="0" cy="2697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h6ecb6d244552310a_0_14"/>
          <p:cNvSpPr txBox="1"/>
          <p:nvPr/>
        </p:nvSpPr>
        <p:spPr>
          <a:xfrm>
            <a:off x="3319272" y="2103120"/>
            <a:ext cx="73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h6ecb6d244552310a_0_14"/>
          <p:cNvSpPr txBox="1"/>
          <p:nvPr/>
        </p:nvSpPr>
        <p:spPr>
          <a:xfrm>
            <a:off x="573095" y="5413310"/>
            <a:ext cx="5486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CLEAR·MODE는 STOP에서만 진입 → RUN 중 입력 무시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CLEAR·MODE는 1 clk 수행 후 자동 STOP 복귀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mode_reg 반전 값 유지 → Datapath UP/DOWN 카운트 결정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h6ecb6d244552310a_0_14"/>
          <p:cNvSpPr/>
          <p:nvPr/>
        </p:nvSpPr>
        <p:spPr>
          <a:xfrm>
            <a:off x="6377940" y="2583180"/>
            <a:ext cx="960000" cy="960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6ecb6d244552310a_0_14"/>
          <p:cNvSpPr/>
          <p:nvPr/>
        </p:nvSpPr>
        <p:spPr>
          <a:xfrm>
            <a:off x="7840980" y="2583180"/>
            <a:ext cx="960000" cy="960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h6ecb6d244552310a_0_14"/>
          <p:cNvSpPr/>
          <p:nvPr/>
        </p:nvSpPr>
        <p:spPr>
          <a:xfrm>
            <a:off x="9304020" y="2583180"/>
            <a:ext cx="960000" cy="960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6ecb6d244552310a_0_14"/>
          <p:cNvSpPr/>
          <p:nvPr/>
        </p:nvSpPr>
        <p:spPr>
          <a:xfrm>
            <a:off x="10767060" y="2583180"/>
            <a:ext cx="960000" cy="9600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2'b00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h6ecb6d244552310a_0_14"/>
          <p:cNvCxnSpPr/>
          <p:nvPr/>
        </p:nvCxnSpPr>
        <p:spPr>
          <a:xfrm>
            <a:off x="7320676" y="2935224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h6ecb6d244552310a_0_14"/>
          <p:cNvCxnSpPr/>
          <p:nvPr/>
        </p:nvCxnSpPr>
        <p:spPr>
          <a:xfrm rot="10800000">
            <a:off x="7320763" y="3191256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h6ecb6d244552310a_0_14"/>
          <p:cNvSpPr txBox="1"/>
          <p:nvPr/>
        </p:nvSpPr>
        <p:spPr>
          <a:xfrm>
            <a:off x="7178040" y="2660904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6ecb6d244552310a_0_14"/>
          <p:cNvSpPr txBox="1"/>
          <p:nvPr/>
        </p:nvSpPr>
        <p:spPr>
          <a:xfrm>
            <a:off x="7178040" y="320040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h6ecb6d244552310a_0_14"/>
          <p:cNvCxnSpPr/>
          <p:nvPr/>
        </p:nvCxnSpPr>
        <p:spPr>
          <a:xfrm>
            <a:off x="8783716" y="2935224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" name="Google Shape;343;h6ecb6d244552310a_0_14"/>
          <p:cNvCxnSpPr/>
          <p:nvPr/>
        </p:nvCxnSpPr>
        <p:spPr>
          <a:xfrm rot="10800000">
            <a:off x="8783803" y="3191256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h6ecb6d244552310a_0_14"/>
          <p:cNvSpPr txBox="1"/>
          <p:nvPr/>
        </p:nvSpPr>
        <p:spPr>
          <a:xfrm>
            <a:off x="8641080" y="2660904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6ecb6d244552310a_0_14"/>
          <p:cNvSpPr txBox="1"/>
          <p:nvPr/>
        </p:nvSpPr>
        <p:spPr>
          <a:xfrm>
            <a:off x="8641080" y="320040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h6ecb6d244552310a_0_14"/>
          <p:cNvCxnSpPr/>
          <p:nvPr/>
        </p:nvCxnSpPr>
        <p:spPr>
          <a:xfrm>
            <a:off x="10246756" y="2935224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h6ecb6d244552310a_0_14"/>
          <p:cNvCxnSpPr/>
          <p:nvPr/>
        </p:nvCxnSpPr>
        <p:spPr>
          <a:xfrm rot="10800000">
            <a:off x="10246843" y="3191256"/>
            <a:ext cx="5376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h6ecb6d244552310a_0_14"/>
          <p:cNvSpPr txBox="1"/>
          <p:nvPr/>
        </p:nvSpPr>
        <p:spPr>
          <a:xfrm>
            <a:off x="10104120" y="2660904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6ecb6d244552310a_0_14"/>
          <p:cNvSpPr txBox="1"/>
          <p:nvPr/>
        </p:nvSpPr>
        <p:spPr>
          <a:xfrm>
            <a:off x="10104120" y="320040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h6ecb6d244552310a_0_14"/>
          <p:cNvCxnSpPr/>
          <p:nvPr/>
        </p:nvCxnSpPr>
        <p:spPr>
          <a:xfrm rot="10800000">
            <a:off x="11247120" y="224028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h6ecb6d244552310a_0_14"/>
          <p:cNvCxnSpPr/>
          <p:nvPr/>
        </p:nvCxnSpPr>
        <p:spPr>
          <a:xfrm rot="10800000">
            <a:off x="6858120" y="2240280"/>
            <a:ext cx="4389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h6ecb6d244552310a_0_14"/>
          <p:cNvCxnSpPr/>
          <p:nvPr/>
        </p:nvCxnSpPr>
        <p:spPr>
          <a:xfrm>
            <a:off x="6858000" y="224028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h6ecb6d244552310a_0_14"/>
          <p:cNvCxnSpPr/>
          <p:nvPr/>
        </p:nvCxnSpPr>
        <p:spPr>
          <a:xfrm>
            <a:off x="6858000" y="3543300"/>
            <a:ext cx="0" cy="2973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h6ecb6d244552310a_0_14"/>
          <p:cNvCxnSpPr/>
          <p:nvPr/>
        </p:nvCxnSpPr>
        <p:spPr>
          <a:xfrm>
            <a:off x="6858000" y="3840480"/>
            <a:ext cx="4389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h6ecb6d244552310a_0_14"/>
          <p:cNvCxnSpPr/>
          <p:nvPr/>
        </p:nvCxnSpPr>
        <p:spPr>
          <a:xfrm rot="10800000">
            <a:off x="11247120" y="3543180"/>
            <a:ext cx="0" cy="2973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h6ecb6d244552310a_0_14"/>
          <p:cNvSpPr txBox="1"/>
          <p:nvPr/>
        </p:nvSpPr>
        <p:spPr>
          <a:xfrm>
            <a:off x="7315200" y="2258568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btnR : S1 → S1000 순환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6ecb6d244552310a_0_14"/>
          <p:cNvSpPr txBox="1"/>
          <p:nvPr/>
        </p:nvSpPr>
        <p:spPr>
          <a:xfrm>
            <a:off x="7315200" y="386791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btnL : S1000 → S1 순환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h6ecb6d244552310a_0_14"/>
          <p:cNvSpPr/>
          <p:nvPr/>
        </p:nvSpPr>
        <p:spPr>
          <a:xfrm>
            <a:off x="11576304" y="2066544"/>
            <a:ext cx="109800" cy="109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h6ecb6d244552310a_0_14"/>
          <p:cNvCxnSpPr/>
          <p:nvPr/>
        </p:nvCxnSpPr>
        <p:spPr>
          <a:xfrm flipH="1">
            <a:off x="11544792" y="2167128"/>
            <a:ext cx="49800" cy="5076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h6ecb6d244552310a_0_14"/>
          <p:cNvSpPr txBox="1"/>
          <p:nvPr/>
        </p:nvSpPr>
        <p:spPr>
          <a:xfrm>
            <a:off x="11109960" y="1874520"/>
            <a:ext cx="68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6ecb6d244552310a_0_14"/>
          <p:cNvSpPr txBox="1"/>
          <p:nvPr/>
        </p:nvSpPr>
        <p:spPr>
          <a:xfrm>
            <a:off x="6355080" y="4279392"/>
            <a:ext cx="5440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출력 :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current_digit = 상태값,  up = btnU,  down = btnD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상태 배치 = FND 자리 위치 (S1000 = 왼쪽 끝 자리)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h6ecb6d244552310a_0_14"/>
          <p:cNvSpPr txBox="1"/>
          <p:nvPr/>
        </p:nvSpPr>
        <p:spPr>
          <a:xfrm>
            <a:off x="6355080" y="5394960"/>
            <a:ext cx="5371978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 / btnR로 설정 자리 이동, 양 끝에서 순환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up·down은 그대로 전달 → 대상(sec·min·hour)은 Datapath가 sw[1]로 결정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6ecb6d244552310a_0_83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Calibri"/>
              <a:buNone/>
              <a:defRPr/>
            </a:pPr>
            <a:r>
              <a:rPr lang="ko-KR" sz="3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스톱워치 동작 구현</a:t>
            </a:r>
            <a:r>
              <a:rPr lang="ko-KR" sz="27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h6ecb6d244552310a_0_83"/>
          <p:cNvSpPr txBox="1"/>
          <p:nvPr/>
        </p:nvSpPr>
        <p:spPr>
          <a:xfrm>
            <a:off x="502920" y="973908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2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RUN 상태의 100 Hz tick으로 UP/DOWN 카운트, 보드 동작 정상 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6ecb6d244552310a_0_83"/>
          <p:cNvSpPr txBox="1"/>
          <p:nvPr/>
        </p:nvSpPr>
        <p:spPr>
          <a:xfrm>
            <a:off x="502920" y="1810512"/>
            <a:ext cx="47091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7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동작 구성</a:t>
            </a:r>
            <a:endParaRPr sz="1700" b="1" i="0" u="none" strike="noStrike" cap="none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h6ecb6d244552310a_0_83"/>
          <p:cNvSpPr txBox="1"/>
          <p:nvPr/>
        </p:nvSpPr>
        <p:spPr>
          <a:xfrm>
            <a:off x="502920" y="2157984"/>
            <a:ext cx="4709100" cy="14172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tick_gen : RUN일 때만 10 ms(1,000,000 clk)마다 tick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msec(100) → sec(60) → min(60) → hour(24) 자리올림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 = 1 : DOWN 카운트, 0 다음 최댓값으로 순환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 = 1 : 카운터·tick_gen 동시 0 초기화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h6ecb6d244552310a_0_83"/>
          <p:cNvSpPr txBox="1"/>
          <p:nvPr/>
        </p:nvSpPr>
        <p:spPr>
          <a:xfrm>
            <a:off x="502920" y="3383280"/>
            <a:ext cx="47091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7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영상 확인 순서</a:t>
            </a:r>
            <a:endParaRPr sz="1700" b="1" i="0" u="none" strike="noStrike" cap="none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h6ecb6d244552310a_0_83"/>
          <p:cNvSpPr txBox="1"/>
          <p:nvPr/>
        </p:nvSpPr>
        <p:spPr>
          <a:xfrm>
            <a:off x="502920" y="3730752"/>
            <a:ext cx="4709100" cy="19659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r>
              <a:rPr lang="ko-KR" sz="13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 = 1 → Stopwatch 00.00 (STOP)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 → RUN, UP 카운트 00.00 → 04.21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 </a:t>
            </a: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 → STOP, 04.21 유지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④ </a:t>
            </a: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btnU → MODE(DOWN), btnR → DOWN 카운트</a:t>
            </a:r>
            <a:endParaRPr lang="ko-KR"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⑤ </a:t>
            </a:r>
            <a:r>
              <a:rPr lang="ko-KR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 → STOP 01.12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h6ecb6d244552310a_0_83"/>
          <p:cNvSpPr txBox="1"/>
          <p:nvPr/>
        </p:nvSpPr>
        <p:spPr>
          <a:xfrm>
            <a:off x="502930" y="5414362"/>
            <a:ext cx="6263700" cy="567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300" b="1" i="0" u="none" strike="noStrike" cap="none">
                <a:solidFill>
                  <a:srgbClr val="225fad"/>
                </a:solidFill>
                <a:latin typeface="Calibri"/>
                <a:ea typeface="Calibri"/>
                <a:cs typeface="Calibri"/>
                <a:sym typeface="Calibri"/>
              </a:rPr>
              <a:t>검증 결과 : </a:t>
            </a:r>
            <a:r>
              <a:rPr lang="ko-KR" sz="1300" b="0" i="0" u="none" strike="noStrike" cap="none">
                <a:solidFill>
                  <a:srgbClr val="225fad"/>
                </a:solidFill>
                <a:latin typeface="Calibri"/>
                <a:ea typeface="Calibri"/>
                <a:cs typeface="Calibri"/>
                <a:sym typeface="Calibri"/>
              </a:rPr>
              <a:t>RUN/STOP, DOWN 전환 모두 정상 동작</a:t>
            </a:r>
            <a:endParaRPr lang="ko-KR" sz="1300" b="0" i="0" u="none" strike="noStrike" cap="none">
              <a:solidFill>
                <a:srgbClr val="225f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표시 sw[1] = 0 → 초.1/100초 (SS.cc)</a:t>
            </a:r>
            <a:endParaRPr sz="12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h6ecb6d244552310a_0_83"/>
          <p:cNvSpPr txBox="1"/>
          <p:nvPr/>
        </p:nvSpPr>
        <p:spPr>
          <a:xfrm>
            <a:off x="502920" y="6053328"/>
            <a:ext cx="112470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05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Note. reset(btnC) 입력 중에는 FND scan counter가 0에 고정되어 1자리만 표시 / 영상의 깜빡임은 카메라 셔터와 FND scan 주기 차이</a:t>
            </a:r>
            <a:endParaRPr sz="105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그림 375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6096000" y="1598839"/>
            <a:ext cx="4044722" cy="4136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2980" fill="hold"/>
                                        <p:tgtEl>
                                          <p:spTgt spid="3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6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76"/>
                </p:tgtEl>
              </p:cMediaNode>
            </p:video>
          </p:childTnLst>
        </p:cTn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6ecb6d244552310a_0_94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Calibri"/>
              <a:buNone/>
              <a:defRPr/>
            </a:pPr>
            <a:r>
              <a:rPr lang="ko-KR" sz="3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워치 동작 구현</a:t>
            </a:r>
            <a:r>
              <a:rPr lang="ko-KR" sz="27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h6ecb6d244552310a_0_94"/>
          <p:cNvSpPr txBox="1"/>
          <p:nvPr/>
        </p:nvSpPr>
        <p:spPr>
          <a:xfrm>
            <a:off x="548640" y="1000491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2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상시 시각 카운트 + 자리 선택 설정, Hour 0~23·Min 0~59 범위 유지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6ecb6d244552310a_0_94"/>
          <p:cNvSpPr txBox="1"/>
          <p:nvPr/>
        </p:nvSpPr>
        <p:spPr>
          <a:xfrm>
            <a:off x="502920" y="1715922"/>
            <a:ext cx="47091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7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동작 구성</a:t>
            </a:r>
            <a:endParaRPr sz="1700" b="1" i="0" u="none" strike="noStrike" cap="none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h6ecb6d244552310a_0_94"/>
          <p:cNvSpPr txBox="1"/>
          <p:nvPr/>
        </p:nvSpPr>
        <p:spPr>
          <a:xfrm>
            <a:off x="502920" y="2063394"/>
            <a:ext cx="4709100" cy="7773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Hz tick 상시 동작, reset 시 12:00:00.00부터 시작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•"/>
              <a:defRPr/>
            </a:pP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설정 대상 = sw[1] × current_digit (아래 표)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h6ecb6d244552310a_0_94"/>
          <p:cNvSpPr/>
          <p:nvPr/>
        </p:nvSpPr>
        <p:spPr>
          <a:xfrm>
            <a:off x="548640" y="2849778"/>
            <a:ext cx="1417200" cy="274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sw[1]</a:t>
            </a:r>
            <a:endParaRPr sz="115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h6ecb6d244552310a_0_94"/>
          <p:cNvSpPr/>
          <p:nvPr/>
        </p:nvSpPr>
        <p:spPr>
          <a:xfrm>
            <a:off x="1965960" y="2849778"/>
            <a:ext cx="1645800" cy="274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 0 / 1</a:t>
            </a:r>
            <a:endParaRPr sz="115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h6ecb6d244552310a_0_94"/>
          <p:cNvSpPr/>
          <p:nvPr/>
        </p:nvSpPr>
        <p:spPr>
          <a:xfrm>
            <a:off x="3611880" y="2849778"/>
            <a:ext cx="1645800" cy="274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 2 / 3</a:t>
            </a:r>
            <a:endParaRPr sz="115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h6ecb6d244552310a_0_94"/>
          <p:cNvSpPr/>
          <p:nvPr/>
        </p:nvSpPr>
        <p:spPr>
          <a:xfrm>
            <a:off x="548640" y="3124098"/>
            <a:ext cx="14172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(hour.min)</a:t>
            </a:r>
            <a:endParaRPr sz="115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h6ecb6d244552310a_0_94"/>
          <p:cNvSpPr/>
          <p:nvPr/>
        </p:nvSpPr>
        <p:spPr>
          <a:xfrm>
            <a:off x="1965960" y="3124098"/>
            <a:ext cx="16458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 ±1 / ±10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h6ecb6d244552310a_0_94"/>
          <p:cNvSpPr/>
          <p:nvPr/>
        </p:nvSpPr>
        <p:spPr>
          <a:xfrm>
            <a:off x="3611880" y="3124098"/>
            <a:ext cx="16458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 ±1 / ±10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h6ecb6d244552310a_0_94"/>
          <p:cNvSpPr/>
          <p:nvPr/>
        </p:nvSpPr>
        <p:spPr>
          <a:xfrm>
            <a:off x="548640" y="3398418"/>
            <a:ext cx="14172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(sec.msec)</a:t>
            </a:r>
            <a:endParaRPr sz="115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h6ecb6d244552310a_0_94"/>
          <p:cNvSpPr/>
          <p:nvPr/>
        </p:nvSpPr>
        <p:spPr>
          <a:xfrm>
            <a:off x="1965960" y="3398418"/>
            <a:ext cx="16458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h6ecb6d244552310a_0_94"/>
          <p:cNvSpPr/>
          <p:nvPr/>
        </p:nvSpPr>
        <p:spPr>
          <a:xfrm>
            <a:off x="3611880" y="3398418"/>
            <a:ext cx="1645800" cy="274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w="sm" len="sm"/>
            <a:tailEnd w="sm" len="sm"/>
          </a:ln>
        </p:spPr>
        <p:txBody>
          <a:bodyPr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1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 ±1 / ±10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h6ecb6d244552310a_0_94"/>
          <p:cNvSpPr txBox="1"/>
          <p:nvPr/>
        </p:nvSpPr>
        <p:spPr>
          <a:xfrm>
            <a:off x="502920" y="3813228"/>
            <a:ext cx="47091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7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영상 확인 순서</a:t>
            </a:r>
            <a:endParaRPr sz="1700" b="1" i="0" u="none" strike="noStrike" cap="none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h6ecb6d244552310a_0_94"/>
          <p:cNvSpPr txBox="1"/>
          <p:nvPr/>
        </p:nvSpPr>
        <p:spPr>
          <a:xfrm>
            <a:off x="502920" y="4224528"/>
            <a:ext cx="4709100" cy="17832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sw[1] = 1 → 12:00 표시 (reset 기준 12시)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 1의 자리 btnU : 12:00 → 12:08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 </a:t>
            </a:r>
            <a:r>
              <a:rPr lang="ko-KR" sz="15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 → min 10의 자리 +10 : 12:50 → 12:00 (60 순환)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④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 → hour 1의 자리 +1 : 12 → 19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⑤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btnL → hour 10의 자리 +10 : 13 → 23 → 03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⑥ </a:t>
            </a: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 10의 자리 ±10 : 06 → 16 → 06 (24 미만 유지)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h6ecb6d244552310a_0_94"/>
          <p:cNvSpPr txBox="1"/>
          <p:nvPr/>
        </p:nvSpPr>
        <p:spPr>
          <a:xfrm>
            <a:off x="6126420" y="5440728"/>
            <a:ext cx="6263700" cy="567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500" b="1" i="0" u="none" strike="noStrike" cap="none">
                <a:solidFill>
                  <a:srgbClr val="225fad"/>
                </a:solidFill>
                <a:latin typeface="Calibri"/>
                <a:ea typeface="Calibri"/>
                <a:cs typeface="Calibri"/>
                <a:sym typeface="Calibri"/>
              </a:rPr>
              <a:t>검증 결과 : </a:t>
            </a:r>
            <a:r>
              <a:rPr lang="ko-KR" sz="1500" b="0" i="0" u="none" strike="noStrike" cap="none">
                <a:solidFill>
                  <a:srgbClr val="225fad"/>
                </a:solidFill>
                <a:latin typeface="Calibri"/>
                <a:ea typeface="Calibri"/>
                <a:cs typeface="Calibri"/>
                <a:sym typeface="Calibri"/>
              </a:rPr>
              <a:t>자리 이동·증감 정상, Hour 0~23 / Min 0~59 범위 유지</a:t>
            </a:r>
            <a:endParaRPr lang="ko-KR" sz="1500" b="0" i="0" u="none" strike="noStrike" cap="none">
              <a:solidFill>
                <a:srgbClr val="225f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추가 영상 20261016_170248.mp4 : sw[1] = 0에서 sec ±1·±10 설정, 50 → 00 순환</a:t>
            </a:r>
            <a:endParaRPr sz="12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h6ecb6d244552310a_0_94"/>
          <p:cNvSpPr txBox="1"/>
          <p:nvPr/>
        </p:nvSpPr>
        <p:spPr>
          <a:xfrm>
            <a:off x="502920" y="6053328"/>
            <a:ext cx="11247000" cy="365700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05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Note. Hour ±10 보정 : +10 → ≥20이면 -20, ≥14이면 -10 / -10 → &lt;4이면 +20, &lt;10이면 +10 (시뮬레이션 결과 Case 2 참고)</a:t>
            </a:r>
            <a:endParaRPr sz="105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그림 398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6096000" y="2094421"/>
            <a:ext cx="5303384" cy="3260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6ecb6d244552310a_0_114"/>
          <p:cNvSpPr txBox="1"/>
          <p:nvPr/>
        </p:nvSpPr>
        <p:spPr>
          <a:xfrm>
            <a:off x="290285" y="404967"/>
            <a:ext cx="6786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시나리오 설명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h6ecb6d244552310a_0_114"/>
          <p:cNvSpPr txBox="1"/>
          <p:nvPr/>
        </p:nvSpPr>
        <p:spPr>
          <a:xfrm>
            <a:off x="433869" y="975764"/>
            <a:ext cx="1095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Test Case별 입력 → 확인 항목 → 예상 결과를 정의하고 파형으로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6ecb6d244552310a_0_114"/>
          <p:cNvSpPr/>
          <p:nvPr/>
        </p:nvSpPr>
        <p:spPr>
          <a:xfrm>
            <a:off x="502920" y="1874520"/>
            <a:ext cx="594300" cy="38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6ecb6d244552310a_0_114"/>
          <p:cNvSpPr/>
          <p:nvPr/>
        </p:nvSpPr>
        <p:spPr>
          <a:xfrm>
            <a:off x="1097280" y="1874520"/>
            <a:ext cx="1828800" cy="38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검증 항목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h6ecb6d244552310a_0_114"/>
          <p:cNvSpPr/>
          <p:nvPr/>
        </p:nvSpPr>
        <p:spPr>
          <a:xfrm>
            <a:off x="2926080" y="1874520"/>
            <a:ext cx="3200400" cy="38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Stimulus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h6ecb6d244552310a_0_114"/>
          <p:cNvSpPr/>
          <p:nvPr/>
        </p:nvSpPr>
        <p:spPr>
          <a:xfrm>
            <a:off x="6126480" y="1874520"/>
            <a:ext cx="2469000" cy="38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Checklist (관찰 신호)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h6ecb6d244552310a_0_114"/>
          <p:cNvSpPr/>
          <p:nvPr/>
        </p:nvSpPr>
        <p:spPr>
          <a:xfrm>
            <a:off x="8595360" y="1874520"/>
            <a:ext cx="3108900" cy="38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h6ecb6d244552310a_0_114"/>
          <p:cNvSpPr/>
          <p:nvPr/>
        </p:nvSpPr>
        <p:spPr>
          <a:xfrm>
            <a:off x="502920" y="2258568"/>
            <a:ext cx="5943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h6ecb6d244552310a_0_114"/>
          <p:cNvSpPr/>
          <p:nvPr/>
        </p:nvSpPr>
        <p:spPr>
          <a:xfrm>
            <a:off x="1097280" y="2258568"/>
            <a:ext cx="18288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Stopwatch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h6ecb6d244552310a_0_114"/>
          <p:cNvSpPr/>
          <p:nvPr/>
        </p:nvSpPr>
        <p:spPr>
          <a:xfrm>
            <a:off x="2926080" y="2258568"/>
            <a:ext cx="32004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Reset → btnR(RUN) → RUN 중 btnL·btnU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btnR(STOP) → btnL → btnU → btnR ×2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h6ecb6d244552310a_0_114"/>
          <p:cNvSpPr/>
          <p:nvPr/>
        </p:nvSpPr>
        <p:spPr>
          <a:xfrm>
            <a:off x="6126480" y="2258568"/>
            <a:ext cx="24690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c_state, run_stop, clear,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h6ecb6d244552310a_0_114"/>
          <p:cNvSpPr/>
          <p:nvPr/>
        </p:nvSpPr>
        <p:spPr>
          <a:xfrm>
            <a:off x="8595360" y="2258568"/>
            <a:ext cx="31089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중 CLEAR·MODE 무시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STOP에서만 CLEAR·MODE 동작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h6ecb6d244552310a_0_114"/>
          <p:cNvSpPr/>
          <p:nvPr/>
        </p:nvSpPr>
        <p:spPr>
          <a:xfrm>
            <a:off x="502920" y="2858568"/>
            <a:ext cx="594300" cy="9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5" name="Google Shape;415;h6ecb6d244552310a_0_114"/>
          <p:cNvSpPr/>
          <p:nvPr/>
        </p:nvSpPr>
        <p:spPr>
          <a:xfrm>
            <a:off x="1097280" y="2858568"/>
            <a:ext cx="1828800" cy="9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전반 동작</a:t>
            </a:r>
            <a:endParaRPr/>
          </a:p>
        </p:txBody>
      </p:sp>
      <p:sp>
        <p:nvSpPr>
          <p:cNvPr id="416" name="Google Shape;416;h6ecb6d244552310a_0_114"/>
          <p:cNvSpPr/>
          <p:nvPr/>
        </p:nvSpPr>
        <p:spPr>
          <a:xfrm>
            <a:off x="2926080" y="2858568"/>
            <a:ext cx="3200400" cy="9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sw[0]=0, Reset → L/R 자리 순환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sw[1] 1↔0, U/D로 ±1·±10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09.95 설정 → 입력 없이 Tick 카운트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h6ecb6d244552310a_0_114"/>
          <p:cNvSpPr/>
          <p:nvPr/>
        </p:nvSpPr>
        <p:spPr>
          <a:xfrm>
            <a:off x="6126480" y="2858568"/>
            <a:ext cx="2469000" cy="9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current_digit, up/down,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hour/min/sec/msec</a:t>
            </a:r>
            <a:endParaRPr/>
          </a:p>
        </p:txBody>
      </p:sp>
      <p:sp>
        <p:nvSpPr>
          <p:cNvPr id="418" name="Google Shape;418;h6ecb6d244552310a_0_114"/>
          <p:cNvSpPr/>
          <p:nvPr/>
        </p:nvSpPr>
        <p:spPr>
          <a:xfrm>
            <a:off x="8595360" y="2858568"/>
            <a:ext cx="3108900" cy="9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12:00:00.00 시작, 자리 0~3 순환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min·sec 0~59, hour 0~23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09.99→10.00 (Carry 시 up=0)</a:t>
            </a:r>
            <a:endParaRPr/>
          </a:p>
        </p:txBody>
      </p:sp>
      <p:sp>
        <p:nvSpPr>
          <p:cNvPr id="419" name="Google Shape;419;h6ecb6d244552310a_0_114"/>
          <p:cNvSpPr/>
          <p:nvPr/>
        </p:nvSpPr>
        <p:spPr>
          <a:xfrm>
            <a:off x="502920" y="3758568"/>
            <a:ext cx="5943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20" name="Google Shape;420;h6ecb6d244552310a_0_114"/>
          <p:cNvSpPr/>
          <p:nvPr/>
        </p:nvSpPr>
        <p:spPr>
          <a:xfrm>
            <a:off x="1097280" y="3758568"/>
            <a:ext cx="18288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모드 전환 · FND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h6ecb6d244552310a_0_114"/>
          <p:cNvSpPr/>
          <p:nvPr/>
        </p:nvSpPr>
        <p:spPr>
          <a:xfrm>
            <a:off x="2926080" y="3758568"/>
            <a:ext cx="32004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 0 → 1 → 0, sw[1] 0 ↔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Stopwatch btnR RUN 후 Watch 복귀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h6ecb6d244552310a_0_114"/>
          <p:cNvSpPr/>
          <p:nvPr/>
        </p:nvSpPr>
        <p:spPr>
          <a:xfrm>
            <a:off x="6126480" y="3758568"/>
            <a:ext cx="24690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MUX 출력 w_hour·w_msec,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fnd_com / fnd_font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6ecb6d244552310a_0_114"/>
          <p:cNvSpPr/>
          <p:nvPr/>
        </p:nvSpPr>
        <p:spPr>
          <a:xfrm>
            <a:off x="8595360" y="3758568"/>
            <a:ext cx="3108900" cy="6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sw[0]로 출력만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비표시 중에도 두 블록 독립 카운트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h6ecb6d244552310a_0_114"/>
          <p:cNvSpPr/>
          <p:nvPr/>
        </p:nvSpPr>
        <p:spPr>
          <a:xfrm>
            <a:off x="502920" y="4358568"/>
            <a:ext cx="594300" cy="1064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5" name="Google Shape;425;h6ecb6d244552310a_0_114"/>
          <p:cNvSpPr/>
          <p:nvPr/>
        </p:nvSpPr>
        <p:spPr>
          <a:xfrm>
            <a:off x="1097280" y="4358568"/>
            <a:ext cx="1828800" cy="1064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 범위 수정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h6ecb6d244552310a_0_114"/>
          <p:cNvSpPr/>
          <p:nvPr/>
        </p:nvSpPr>
        <p:spPr>
          <a:xfrm>
            <a:off x="2926080" y="4358568"/>
            <a:ext cx="3200400" cy="1064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 12 → 14 설정 후 btnL(digit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btnU ×2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 → btnU(digit 3) → btnD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14 → btnU(digit 3)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h6ecb6d244552310a_0_114"/>
          <p:cNvSpPr/>
          <p:nvPr/>
        </p:nvSpPr>
        <p:spPr>
          <a:xfrm>
            <a:off x="6126480" y="4358568"/>
            <a:ext cx="2469000" cy="1064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hour, current_digit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h6ecb6d244552310a_0_114"/>
          <p:cNvSpPr/>
          <p:nvPr/>
        </p:nvSpPr>
        <p:spPr>
          <a:xfrm>
            <a:off x="8595360" y="4358568"/>
            <a:ext cx="3108900" cy="1064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14 → 24 비정상 출력 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원인 : +10 범위 보정 없음</a:t>
            </a:r>
            <a:endParaRPr b="1" i="0" sz="1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13 → 23 (+10 유지)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14 → 04 (-10 보정), 24 이상 미출력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h6ecb6d244552310a_0_114"/>
          <p:cNvSpPr txBox="1"/>
          <p:nvPr/>
        </p:nvSpPr>
        <p:spPr>
          <a:xfrm>
            <a:off x="502920" y="5708568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판정 : </a:t>
            </a:r>
            <a:r>
              <a:rPr b="0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task·$display 없이 파형(Unsigned Decimal)의 값을 Expectation과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공통 조건 : </a:t>
            </a:r>
            <a:r>
              <a:rPr b="0" i="0" lang="ko-K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MHz clk, 디바운스 F_COUNT = 100 (defparam, 약 8 μs), 버튼 HIGH 10 μs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h6ecb6d244552310a_0_114"/>
          <p:cNvSpPr txBox="1"/>
          <p:nvPr/>
        </p:nvSpPr>
        <p:spPr>
          <a:xfrm>
            <a:off x="1652025" y="4708475"/>
            <a:ext cx="10596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41fe0108d027a184_0_0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Stopwatch FSM 제어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t/>
            </a:r>
            <a:endParaRPr b="1" i="0" sz="2400" u="sng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h41fe0108d027a184_0_0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h41fe0108d027a184_0_0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h41fe0108d027a184_0_0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h41fe0108d027a184_0_0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RUN/STOP과 STOP 상태의 CLEAR·MODE 실행 조건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h41fe0108d027a184_0_0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btnR/L/U, c_state, run_stop, clear, mode로 입력과 제어 실행 관계 확인</a:t>
            </a:r>
            <a:endParaRPr/>
          </a:p>
        </p:txBody>
      </p:sp>
      <p:sp>
        <p:nvSpPr>
          <p:cNvPr id="441" name="Google Shape;441;h41fe0108d027a184_0_0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 STOP↔RUN, STOP의 L: CLEAR, U: MODE 반전 후 STOP 복귀</a:t>
            </a:r>
            <a:endParaRPr/>
          </a:p>
        </p:txBody>
      </p:sp>
      <p:sp>
        <p:nvSpPr>
          <p:cNvPr id="442" name="Google Shape;442;h41fe0108d027a184_0_0"/>
          <p:cNvSpPr txBox="1"/>
          <p:nvPr/>
        </p:nvSpPr>
        <p:spPr>
          <a:xfrm>
            <a:off x="1794758" y="221126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약 1.0 s STOP, 1.1 s mode 0→1, 1.2 s RUN, 2.3 s STOP, 2.4 s CLEAR</a:t>
            </a:r>
            <a:endParaRPr/>
          </a:p>
        </p:txBody>
      </p:sp>
      <p:sp>
        <p:nvSpPr>
          <p:cNvPr id="443" name="Google Shape;443;h41fe0108d027a184_0_0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h41fe0108d027a184_0_0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h41fe0108d027a184_0_0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h41fe0108d027a18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700" y="2644268"/>
            <a:ext cx="8885623" cy="41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"/>
          <p:cNvSpPr txBox="1"/>
          <p:nvPr/>
        </p:nvSpPr>
        <p:spPr>
          <a:xfrm>
            <a:off x="1344445" y="404967"/>
            <a:ext cx="77775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자릿수 선택·분 감소</a:t>
            </a:r>
            <a:endParaRPr/>
          </a:p>
        </p:txBody>
      </p:sp>
      <p:sp>
        <p:nvSpPr>
          <p:cNvPr id="452" name="Google Shape;452;p3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3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Count 값과 stop 정지 값 저장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"/>
          <p:cNvSpPr txBox="1"/>
          <p:nvPr/>
        </p:nvSpPr>
        <p:spPr>
          <a:xfrm>
            <a:off x="2251316" y="144293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UP, DOWN방향과 카운터 경계 확인 </a:t>
            </a:r>
            <a:endParaRPr/>
          </a:p>
        </p:txBody>
      </p:sp>
      <p:sp>
        <p:nvSpPr>
          <p:cNvPr id="457" name="Google Shape;457;p3"/>
          <p:cNvSpPr txBox="1"/>
          <p:nvPr/>
        </p:nvSpPr>
        <p:spPr>
          <a:xfrm>
            <a:off x="2251316" y="1747995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msec 97→98→99→0, sec 0→1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"/>
          <p:cNvSpPr txBox="1"/>
          <p:nvPr/>
        </p:nvSpPr>
        <p:spPr>
          <a:xfrm>
            <a:off x="694660" y="1792558"/>
            <a:ext cx="1484470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UP파형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304" y="3088776"/>
            <a:ext cx="11659199" cy="360063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"/>
          <p:cNvSpPr txBox="1"/>
          <p:nvPr/>
        </p:nvSpPr>
        <p:spPr>
          <a:xfrm>
            <a:off x="2405829" y="2931534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Up count</a:t>
            </a:r>
            <a:endParaRPr b="1" i="0" sz="16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"/>
          <p:cNvSpPr txBox="1"/>
          <p:nvPr/>
        </p:nvSpPr>
        <p:spPr>
          <a:xfrm>
            <a:off x="8570190" y="2931534"/>
            <a:ext cx="2156668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Down count</a:t>
            </a:r>
            <a:endParaRPr b="1" i="0" sz="16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"/>
          <p:cNvSpPr txBox="1"/>
          <p:nvPr/>
        </p:nvSpPr>
        <p:spPr>
          <a:xfrm>
            <a:off x="7819697" y="1584498"/>
            <a:ext cx="14844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c_state 0→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run_stop 0→1</a:t>
            </a:r>
            <a:endParaRPr/>
          </a:p>
        </p:txBody>
      </p:sp>
      <p:sp>
        <p:nvSpPr>
          <p:cNvPr id="464" name="Google Shape;464;p3"/>
          <p:cNvSpPr txBox="1"/>
          <p:nvPr/>
        </p:nvSpPr>
        <p:spPr>
          <a:xfrm>
            <a:off x="9173027" y="1721099"/>
            <a:ext cx="29055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후 msec 0→99→98, sec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"/>
          <p:cNvSpPr txBox="1"/>
          <p:nvPr/>
        </p:nvSpPr>
        <p:spPr>
          <a:xfrm>
            <a:off x="6162142" y="1657448"/>
            <a:ext cx="1657555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DOWN파형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"/>
          <p:cNvSpPr txBox="1"/>
          <p:nvPr/>
        </p:nvSpPr>
        <p:spPr>
          <a:xfrm>
            <a:off x="703023" y="2235327"/>
            <a:ext cx="1657555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"/>
          <p:cNvSpPr txBox="1"/>
          <p:nvPr/>
        </p:nvSpPr>
        <p:spPr>
          <a:xfrm>
            <a:off x="2251316" y="2188105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 이후의 sec : min  01:00    run 전까지 유지 되는 것을 확인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Watch·Stopwatch 독립 동작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p4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Stopwatch CLEAR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Counter로 초기화 범위와 Watch 연속 카운트 확인</a:t>
            </a:r>
            <a:endParaRPr/>
          </a:p>
        </p:txBody>
      </p:sp>
      <p:sp>
        <p:nvSpPr>
          <p:cNvPr id="478" name="Google Shape;478;p4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STOP에서 L 입력 시 Stopwatch만 0 초기화, Watch는 자동 Tick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"/>
          <p:cNvSpPr txBox="1"/>
          <p:nvPr/>
        </p:nvSpPr>
        <p:spPr>
          <a:xfrm>
            <a:off x="1794757" y="2211260"/>
            <a:ext cx="8969937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약 2.4 s CLEAR 뒤 Stopwatch 0, Watch msec 37…49·sec=2·hour=12 유지 (12:00.02:49)</a:t>
            </a:r>
            <a:endParaRPr b="0" i="0" sz="1600" u="none" cap="none" strike="noStrike">
              <a:solidFill>
                <a:srgbClr val="16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307" y="2956188"/>
            <a:ext cx="8788852" cy="377844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"/>
          <p:cNvSpPr txBox="1"/>
          <p:nvPr/>
        </p:nvSpPr>
        <p:spPr>
          <a:xfrm>
            <a:off x="703023" y="2551290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결과 분석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"/>
          <p:cNvSpPr txBox="1"/>
          <p:nvPr/>
        </p:nvSpPr>
        <p:spPr>
          <a:xfrm>
            <a:off x="1794756" y="2625702"/>
            <a:ext cx="8969937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관찰 구간에서 watch 독립성 확인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min 자리 증감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p5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-1/-10 연산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pulse_D/L, current_digit, minute로 연산 확인</a:t>
            </a:r>
            <a:endParaRPr/>
          </a:p>
        </p:txBody>
      </p:sp>
      <p:sp>
        <p:nvSpPr>
          <p:cNvPr id="496" name="Google Shape;496;p5"/>
          <p:cNvSpPr txBox="1"/>
          <p:nvPr/>
        </p:nvSpPr>
        <p:spPr>
          <a:xfrm>
            <a:off x="1794758" y="1804363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"/>
          <p:cNvSpPr txBox="1"/>
          <p:nvPr/>
        </p:nvSpPr>
        <p:spPr>
          <a:xfrm>
            <a:off x="1794758" y="221126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"/>
          <p:cNvSpPr/>
          <p:nvPr/>
        </p:nvSpPr>
        <p:spPr>
          <a:xfrm>
            <a:off x="1794758" y="1848370"/>
            <a:ext cx="9906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sw=2, digit=00, Down 1(min 일의자리) : </a:t>
            </a:r>
            <a:r>
              <a:rPr b="1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00→59</a:t>
            </a:r>
            <a:r>
              <a:rPr b="0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, L로 </a:t>
            </a:r>
            <a:r>
              <a:rPr b="0" i="0" lang="ko-KR" sz="1600" u="none" cap="none" strike="noStrike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digit 00→01</a:t>
            </a:r>
            <a:r>
              <a:rPr b="0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 선택(min 십의자리로 이동 )후 </a:t>
            </a:r>
            <a:r>
              <a:rPr b="1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Down 10 : 59→49</a:t>
            </a:r>
            <a:endParaRPr/>
          </a:p>
        </p:txBody>
      </p:sp>
      <p:sp>
        <p:nvSpPr>
          <p:cNvPr id="502" name="Google Shape;502;p5"/>
          <p:cNvSpPr/>
          <p:nvPr/>
        </p:nvSpPr>
        <p:spPr>
          <a:xfrm>
            <a:off x="1794758" y="2201750"/>
            <a:ext cx="9906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min 00→59→49 </a:t>
            </a:r>
            <a:endParaRPr/>
          </a:p>
        </p:txBody>
      </p:sp>
      <p:pic>
        <p:nvPicPr>
          <p:cNvPr id="503" name="Google Shape;5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59" y="2525585"/>
            <a:ext cx="9830305" cy="415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Calibri"/>
              <a:buNone/>
              <a:defRPr/>
            </a:pPr>
            <a:r>
              <a:rPr lang="ko-KR" sz="3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lang="ko-KR" sz="27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name="adj" fmla="val 15761"/>
            </a:avLst>
          </a:prstGeom>
          <a:solidFill>
            <a:srgbClr val="2d3847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sz="1958" b="1" i="0" u="none" strike="noStrike" cap="none">
              <a:solidFill>
                <a:srgbClr val="00a4e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1" name="Google Shape;511;p6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25" b="1" i="0" u="none" strike="noStrike" cap="non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49→50 자릿수 전환</a:t>
            </a:r>
            <a:endParaRPr sz="2025" b="1" i="0" u="none" strike="noStrike" cap="non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bcurrent_digit, minute로 자리 복귀와 두 번의 +1 확인</a:t>
            </a:r>
            <a:endParaRPr/>
          </a:p>
        </p:txBody>
      </p:sp>
      <p:sp>
        <p:nvSpPr>
          <p:cNvPr id="513" name="Google Shape;513;p6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 01→00(오른쪽 자리 이동 : min 일의 자리), Up 2회에 minute 49→50→51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6"/>
          <p:cNvSpPr txBox="1"/>
          <p:nvPr/>
        </p:nvSpPr>
        <p:spPr>
          <a:xfrm>
            <a:off x="1794758" y="221126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예상값 일치. -1 /-10 , 1연산 확인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6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"/>
          <p:cNvSpPr txBox="1"/>
          <p:nvPr/>
        </p:nvSpPr>
        <p:spPr>
          <a:xfrm>
            <a:off x="1357057" y="385860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min 자리 증감</a:t>
            </a:r>
            <a:endParaRPr lang="ko-KR"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p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804018" y="2719417"/>
            <a:ext cx="10293879" cy="3854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Calibri"/>
              <a:buNone/>
              <a:defRPr/>
            </a:pPr>
            <a:r>
              <a:rPr lang="ko-KR" sz="3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lang="ko-KR" sz="27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name="adj" fmla="val 15761"/>
            </a:avLst>
          </a:prstGeom>
          <a:solidFill>
            <a:srgbClr val="2d3847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7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sz="1958" b="1" i="0" u="none" strike="noStrike" cap="none">
              <a:solidFill>
                <a:srgbClr val="00a4e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27" name="Google Shape;527;p7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25" b="1" i="0" u="none" strike="noStrike" cap="non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시 순환</a:t>
            </a:r>
            <a:endParaRPr lang="ko-KR" altLang="en-US" sz="2025" b="1" i="0" u="none" strike="noStrike" cap="non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current_digit, hour로 선택 상태와 +10 연산 구분</a:t>
            </a:r>
            <a:endParaRPr/>
          </a:p>
        </p:txBody>
      </p:sp>
      <p:sp>
        <p:nvSpPr>
          <p:cNvPr id="529" name="Google Shape;529;p7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 00→01→10→11(오른쪽 자리 이동 : hour 십의 자리), Up 2회에 12→22→02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7"/>
          <p:cNvSpPr txBox="1"/>
          <p:nvPr/>
        </p:nvSpPr>
        <p:spPr>
          <a:xfrm>
            <a:off x="1794758" y="221126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 0→1→2→3, hour 12→22→2</a:t>
            </a:r>
            <a:endParaRPr lang="ko-KR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십의 자리 순환 확인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7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7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7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1600" b="1" i="0" u="none" strike="noStrike" cap="non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sz="1600" b="1" i="0" u="none" strike="noStrike" cap="non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"/>
          <p:cNvSpPr txBox="1"/>
          <p:nvPr/>
        </p:nvSpPr>
        <p:spPr>
          <a:xfrm>
            <a:off x="1357057" y="385860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hour 자리 증감</a:t>
            </a:r>
            <a:endParaRPr lang="ko-KR"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7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436895" y="2843248"/>
            <a:ext cx="9341330" cy="3606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표시 모드 변경 시 동일 상태의 조정 대상 전환</a:t>
            </a:r>
            <a:endParaRPr/>
          </a:p>
        </p:txBody>
      </p:sp>
      <p:sp>
        <p:nvSpPr>
          <p:cNvPr id="544" name="Google Shape;544;p8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Hour에서 Second로의 대상 변경 확인</a:t>
            </a:r>
            <a:endParaRPr/>
          </a:p>
        </p:txBody>
      </p:sp>
      <p:sp>
        <p:nvSpPr>
          <p:cNvPr id="545" name="Google Shape;545;p8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sw2→0, digit=11 유지. U 1회·D 2회에 sec 00→10→00→50</a:t>
            </a:r>
            <a:endParaRPr/>
          </a:p>
        </p:txBody>
      </p:sp>
      <p:sp>
        <p:nvSpPr>
          <p:cNvPr id="546" name="Google Shape;546;p8"/>
          <p:cNvSpPr txBox="1"/>
          <p:nvPr/>
        </p:nvSpPr>
        <p:spPr>
          <a:xfrm>
            <a:off x="1794758" y="2211260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0→10→0→50, 조정 중 hour=2·min=51 유지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sw[1]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변경이 연산 대상을 선택하며, </a:t>
            </a:r>
            <a:r>
              <a:rPr b="0" i="0" lang="ko-KR" sz="16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00의 -10은 50으로 순환</a:t>
            </a:r>
            <a:endParaRPr/>
          </a:p>
        </p:txBody>
      </p:sp>
      <p:sp>
        <p:nvSpPr>
          <p:cNvPr id="547" name="Google Shape;547;p8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8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8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8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sec 십의 자리 증감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437" y="2734774"/>
            <a:ext cx="9265126" cy="396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Watch sec 일의 자리 증감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9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09.95 수동 설정 후, 자동 Tick에 따른 10.00 전환 확인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9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수동 입력에 의한 초 증가와 자동 Carry 동작 구분</a:t>
            </a:r>
            <a:endParaRPr/>
          </a:p>
        </p:txBody>
      </p:sp>
      <p:sp>
        <p:nvSpPr>
          <p:cNvPr id="562" name="Google Shape;562;p9"/>
          <p:cNvSpPr txBox="1"/>
          <p:nvPr/>
        </p:nvSpPr>
        <p:spPr>
          <a:xfrm>
            <a:off x="1794758" y="1811439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sw=0</a:t>
            </a: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w_current_digit=2</a:t>
            </a: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에서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w_up</a:t>
            </a: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9회 입력 →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</a:t>
            </a: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0→9,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msec=95</a:t>
            </a: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 txBox="1"/>
          <p:nvPr/>
        </p:nvSpPr>
        <p:spPr>
          <a:xfrm>
            <a:off x="1794757" y="2211260"/>
            <a:ext cx="10136586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msec 95→96→97→98→99→0, sec 9→10 전환. Carry 발생 시 w_up=0      </a:t>
            </a:r>
            <a:r>
              <a:rPr b="1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12:00.00:95</a:t>
            </a: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12:00.09:99</a:t>
            </a: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12:00.10:00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 txBox="1"/>
          <p:nvPr/>
        </p:nvSpPr>
        <p:spPr>
          <a:xfrm>
            <a:off x="703023" y="1819722"/>
            <a:ext cx="1025877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예상 동작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 txBox="1"/>
          <p:nvPr/>
        </p:nvSpPr>
        <p:spPr>
          <a:xfrm>
            <a:off x="708408" y="2193247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064" y="2902676"/>
            <a:ext cx="11001293" cy="36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0"/>
          <p:cNvSpPr txBox="1"/>
          <p:nvPr/>
        </p:nvSpPr>
        <p:spPr>
          <a:xfrm>
            <a:off x="1344445" y="404967"/>
            <a:ext cx="77775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모드 전환·출력 MUX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397064" y="1097109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571500" y="103822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출력 선택과 비표시 Datapath의 동작 분리</a:t>
            </a:r>
            <a:endParaRPr/>
          </a:p>
        </p:txBody>
      </p:sp>
      <p:sp>
        <p:nvSpPr>
          <p:cNvPr id="577" name="Google Shape;577;p10"/>
          <p:cNvSpPr txBox="1"/>
          <p:nvPr/>
        </p:nvSpPr>
        <p:spPr>
          <a:xfrm>
            <a:off x="1794758" y="1446031"/>
            <a:ext cx="8065192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sw[0], Watch·Stopwatch Counter, MUX 출력으로 선택값과 내부 진행 비교</a:t>
            </a:r>
            <a:endParaRPr/>
          </a:p>
        </p:txBody>
      </p:sp>
      <p:sp>
        <p:nvSpPr>
          <p:cNvPr id="578" name="Google Shape;578;p10"/>
          <p:cNvSpPr txBox="1"/>
          <p:nvPr/>
        </p:nvSpPr>
        <p:spPr>
          <a:xfrm>
            <a:off x="1794758" y="1883916"/>
            <a:ext cx="9152818" cy="330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20ms sw[0] 0→1 : 출력이 Stopwatch 값으로 전환 (w_hour 12→0, w_msec 1→0)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60ms sw[0] 1→0 : Watch 복귀 (w_hour 0→12, w_msec 2→6), 표시되지 않는 동안에도 Watch 계속 카운트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표시 중에도 Stopwatch 동작 (3→5), Stop 입력 후 7에서 정지 (Run 70ms = 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 txBox="1"/>
          <p:nvPr/>
        </p:nvSpPr>
        <p:spPr>
          <a:xfrm>
            <a:off x="703023" y="1461679"/>
            <a:ext cx="733872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 txBox="1"/>
          <p:nvPr/>
        </p:nvSpPr>
        <p:spPr>
          <a:xfrm>
            <a:off x="703023" y="1883916"/>
            <a:ext cx="1020491" cy="391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600" u="none" cap="none" strike="noStrike">
                <a:solidFill>
                  <a:srgbClr val="007FAD"/>
                </a:solidFill>
                <a:latin typeface="Calibri"/>
                <a:ea typeface="Calibri"/>
                <a:cs typeface="Calibri"/>
                <a:sym typeface="Calibri"/>
              </a:rPr>
              <a:t>파형 결과</a:t>
            </a:r>
            <a:endParaRPr b="1" i="0" sz="1600" u="none" cap="none" strike="noStrike">
              <a:solidFill>
                <a:srgbClr val="007F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59" y="2755966"/>
            <a:ext cx="9692639" cy="378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1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HOUR 연산 오류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397064" y="1311520"/>
            <a:ext cx="187800" cy="191400"/>
          </a:xfrm>
          <a:prstGeom prst="roundRect">
            <a:avLst>
              <a:gd fmla="val 15761" name="adj"/>
            </a:avLst>
          </a:prstGeom>
          <a:solidFill>
            <a:srgbClr val="2D3847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8"/>
              <a:buFont typeface="Arial"/>
              <a:buNone/>
            </a:pPr>
            <a:r>
              <a:t/>
            </a:r>
            <a:endParaRPr b="1" i="0" sz="1958" u="none" cap="none" strike="noStrike">
              <a:solidFill>
                <a:srgbClr val="00A4E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571500" y="1252636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25" u="none" cap="none" strike="noStrik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025" u="none" cap="none" strike="noStrik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 txBox="1"/>
          <p:nvPr/>
        </p:nvSpPr>
        <p:spPr>
          <a:xfrm>
            <a:off x="710960" y="1278656"/>
            <a:ext cx="1073158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14~19시에 hour 10의 자리를 UP하면 24~29 비정상 값이 출력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"/>
          <p:cNvSpPr txBox="1"/>
          <p:nvPr/>
        </p:nvSpPr>
        <p:spPr>
          <a:xfrm>
            <a:off x="8246392" y="2311900"/>
            <a:ext cx="1751105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3" name="Google Shape;5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58" y="2311900"/>
            <a:ext cx="10753344" cy="332940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1"/>
          <p:cNvSpPr txBox="1"/>
          <p:nvPr/>
        </p:nvSpPr>
        <p:spPr>
          <a:xfrm>
            <a:off x="1344445" y="1619402"/>
            <a:ext cx="820315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→ 14 설정 후 btnL로 hour 10의 자리(digit 3) 선택, 10.108ms에 btnU 입력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 14 → 24 : +10 연산에 범위 보정이 없어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14~19 + 10 = 24~29 출력, FND에도 '24' 표시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"/>
          <p:cNvSpPr txBox="1"/>
          <p:nvPr/>
        </p:nvSpPr>
        <p:spPr>
          <a:xfrm>
            <a:off x="1344445" y="404967"/>
            <a:ext cx="7777500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HOUR 연산 오류</a:t>
            </a:r>
            <a:endParaRPr lang="ko-KR"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208304" y="404967"/>
            <a:ext cx="2043012" cy="499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Calibri"/>
              <a:buNone/>
              <a:defRPr/>
            </a:pPr>
            <a:r>
              <a:rPr lang="ko-KR" sz="3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결과 </a:t>
            </a:r>
            <a:r>
              <a:rPr lang="ko-KR" sz="27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397064" y="1311520"/>
            <a:ext cx="187800" cy="191400"/>
          </a:xfrm>
          <a:prstGeom prst="roundRect">
            <a:avLst>
              <a:gd name="adj" fmla="val 15761"/>
            </a:avLst>
          </a:prstGeom>
          <a:solidFill>
            <a:srgbClr val="2d3847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727696" y="1272521"/>
            <a:ext cx="6400800" cy="269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sz="1958" b="1" i="0" u="none" strike="noStrike" cap="none">
              <a:solidFill>
                <a:srgbClr val="00a4e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571500" y="1252636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25" b="1" i="0" u="none" strike="noStrike" cap="non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25" b="1" i="0" u="none" strike="noStrike" cap="non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741060" y="127978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25" b="1" i="0" u="none" strike="noStrike" cap="none">
                <a:solidFill>
                  <a:srgbClr val="3b92fb"/>
                </a:solidFill>
                <a:latin typeface="Arial"/>
                <a:ea typeface="Arial"/>
                <a:cs typeface="Arial"/>
                <a:sym typeface="Arial"/>
              </a:rPr>
              <a:t>수정방안 </a:t>
            </a:r>
            <a:endParaRPr sz="2025" b="1" i="0" u="none" strike="noStrike" cap="none">
              <a:solidFill>
                <a:srgbClr val="3b92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9"/>
          <p:cNvSpPr txBox="1"/>
          <p:nvPr/>
        </p:nvSpPr>
        <p:spPr>
          <a:xfrm>
            <a:off x="1940679" y="1065167"/>
            <a:ext cx="9510261" cy="95410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이상이면 시계 내부 카운터의 값을 -10 보정(14 → 04)되도록 수정, 24 이상 값이 출력되는 것을 방지</a:t>
            </a:r>
            <a:endParaRPr lang="ko-KR"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b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9"/>
          <p:cNvSpPr txBox="1"/>
          <p:nvPr/>
        </p:nvSpPr>
        <p:spPr>
          <a:xfrm>
            <a:off x="8246392" y="2311900"/>
            <a:ext cx="1751105" cy="32316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p29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558264" y="2679474"/>
            <a:ext cx="8016599" cy="378561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9"/>
          <p:cNvSpPr txBox="1"/>
          <p:nvPr/>
        </p:nvSpPr>
        <p:spPr>
          <a:xfrm>
            <a:off x="1954043" y="1671133"/>
            <a:ext cx="10835700" cy="78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  13 → 23 : 14 미만이므로 +10 그대로 적용 (정상)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 btnD 23 → 13, btnR로 1의 자리 이동 후 btnU 13 → 14</a:t>
            </a:r>
            <a:endParaRPr lang="ko-KR"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 14 → 04 : 14 이상이면 -10 보정되어 24 이상 값이 출력되지 않음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2"/>
          <p:cNvSpPr/>
          <p:nvPr/>
        </p:nvSpPr>
        <p:spPr>
          <a:xfrm>
            <a:off x="1084815" y="3393889"/>
            <a:ext cx="10237234" cy="2798805"/>
          </a:xfrm>
          <a:prstGeom prst="roundRect">
            <a:avLst>
              <a:gd fmla="val 9368" name="adj"/>
            </a:avLst>
          </a:prstGeom>
          <a:solidFill>
            <a:schemeClr val="lt2"/>
          </a:solidFill>
          <a:ln cap="flat" cmpd="sng" w="12700">
            <a:solidFill>
              <a:srgbClr val="D9D9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7259513" y="2848145"/>
            <a:ext cx="447164" cy="296743"/>
          </a:xfrm>
          <a:custGeom>
            <a:rect b="b" l="l" r="r" t="t"/>
            <a:pathLst>
              <a:path extrusionOk="0" h="8033" w="12071">
                <a:moveTo>
                  <a:pt x="11568" y="7533"/>
                </a:moveTo>
                <a:lnTo>
                  <a:pt x="503" y="7533"/>
                </a:lnTo>
                <a:lnTo>
                  <a:pt x="503" y="502"/>
                </a:lnTo>
                <a:lnTo>
                  <a:pt x="11568" y="502"/>
                </a:lnTo>
                <a:lnTo>
                  <a:pt x="11568" y="7533"/>
                </a:lnTo>
                <a:close/>
                <a:moveTo>
                  <a:pt x="11568" y="0"/>
                </a:moveTo>
                <a:lnTo>
                  <a:pt x="503" y="2"/>
                </a:lnTo>
                <a:lnTo>
                  <a:pt x="477" y="3"/>
                </a:lnTo>
                <a:lnTo>
                  <a:pt x="452" y="5"/>
                </a:lnTo>
                <a:lnTo>
                  <a:pt x="426" y="8"/>
                </a:lnTo>
                <a:lnTo>
                  <a:pt x="401" y="12"/>
                </a:lnTo>
                <a:lnTo>
                  <a:pt x="377" y="18"/>
                </a:lnTo>
                <a:lnTo>
                  <a:pt x="353" y="24"/>
                </a:lnTo>
                <a:lnTo>
                  <a:pt x="330" y="32"/>
                </a:lnTo>
                <a:lnTo>
                  <a:pt x="307" y="41"/>
                </a:lnTo>
                <a:lnTo>
                  <a:pt x="285" y="51"/>
                </a:lnTo>
                <a:lnTo>
                  <a:pt x="263" y="62"/>
                </a:lnTo>
                <a:lnTo>
                  <a:pt x="242" y="74"/>
                </a:lnTo>
                <a:lnTo>
                  <a:pt x="221" y="87"/>
                </a:lnTo>
                <a:lnTo>
                  <a:pt x="202" y="102"/>
                </a:lnTo>
                <a:lnTo>
                  <a:pt x="183" y="116"/>
                </a:lnTo>
                <a:lnTo>
                  <a:pt x="165" y="132"/>
                </a:lnTo>
                <a:lnTo>
                  <a:pt x="147" y="148"/>
                </a:lnTo>
                <a:lnTo>
                  <a:pt x="131" y="166"/>
                </a:lnTo>
                <a:lnTo>
                  <a:pt x="115" y="184"/>
                </a:lnTo>
                <a:lnTo>
                  <a:pt x="99" y="202"/>
                </a:lnTo>
                <a:lnTo>
                  <a:pt x="85" y="222"/>
                </a:lnTo>
                <a:lnTo>
                  <a:pt x="72" y="242"/>
                </a:lnTo>
                <a:lnTo>
                  <a:pt x="60" y="263"/>
                </a:lnTo>
                <a:lnTo>
                  <a:pt x="49" y="284"/>
                </a:lnTo>
                <a:lnTo>
                  <a:pt x="39" y="307"/>
                </a:lnTo>
                <a:lnTo>
                  <a:pt x="30" y="329"/>
                </a:lnTo>
                <a:lnTo>
                  <a:pt x="22" y="353"/>
                </a:lnTo>
                <a:lnTo>
                  <a:pt x="16" y="377"/>
                </a:lnTo>
                <a:lnTo>
                  <a:pt x="10" y="401"/>
                </a:lnTo>
                <a:lnTo>
                  <a:pt x="6" y="426"/>
                </a:lnTo>
                <a:lnTo>
                  <a:pt x="3" y="451"/>
                </a:lnTo>
                <a:lnTo>
                  <a:pt x="1" y="476"/>
                </a:lnTo>
                <a:lnTo>
                  <a:pt x="0" y="502"/>
                </a:lnTo>
                <a:lnTo>
                  <a:pt x="0" y="7531"/>
                </a:lnTo>
                <a:lnTo>
                  <a:pt x="1" y="7557"/>
                </a:lnTo>
                <a:lnTo>
                  <a:pt x="3" y="7582"/>
                </a:lnTo>
                <a:lnTo>
                  <a:pt x="6" y="7607"/>
                </a:lnTo>
                <a:lnTo>
                  <a:pt x="10" y="7632"/>
                </a:lnTo>
                <a:lnTo>
                  <a:pt x="16" y="7656"/>
                </a:lnTo>
                <a:lnTo>
                  <a:pt x="22" y="7680"/>
                </a:lnTo>
                <a:lnTo>
                  <a:pt x="30" y="7703"/>
                </a:lnTo>
                <a:lnTo>
                  <a:pt x="39" y="7726"/>
                </a:lnTo>
                <a:lnTo>
                  <a:pt x="49" y="7749"/>
                </a:lnTo>
                <a:lnTo>
                  <a:pt x="60" y="7771"/>
                </a:lnTo>
                <a:lnTo>
                  <a:pt x="72" y="7792"/>
                </a:lnTo>
                <a:lnTo>
                  <a:pt x="85" y="7812"/>
                </a:lnTo>
                <a:lnTo>
                  <a:pt x="99" y="7831"/>
                </a:lnTo>
                <a:lnTo>
                  <a:pt x="115" y="7850"/>
                </a:lnTo>
                <a:lnTo>
                  <a:pt x="131" y="7868"/>
                </a:lnTo>
                <a:lnTo>
                  <a:pt x="147" y="7886"/>
                </a:lnTo>
                <a:lnTo>
                  <a:pt x="165" y="7902"/>
                </a:lnTo>
                <a:lnTo>
                  <a:pt x="183" y="7918"/>
                </a:lnTo>
                <a:lnTo>
                  <a:pt x="202" y="7933"/>
                </a:lnTo>
                <a:lnTo>
                  <a:pt x="221" y="7947"/>
                </a:lnTo>
                <a:lnTo>
                  <a:pt x="242" y="7960"/>
                </a:lnTo>
                <a:lnTo>
                  <a:pt x="263" y="7972"/>
                </a:lnTo>
                <a:lnTo>
                  <a:pt x="285" y="7983"/>
                </a:lnTo>
                <a:lnTo>
                  <a:pt x="307" y="7994"/>
                </a:lnTo>
                <a:lnTo>
                  <a:pt x="330" y="8003"/>
                </a:lnTo>
                <a:lnTo>
                  <a:pt x="353" y="8011"/>
                </a:lnTo>
                <a:lnTo>
                  <a:pt x="377" y="8017"/>
                </a:lnTo>
                <a:lnTo>
                  <a:pt x="401" y="8023"/>
                </a:lnTo>
                <a:lnTo>
                  <a:pt x="426" y="8027"/>
                </a:lnTo>
                <a:lnTo>
                  <a:pt x="452" y="8030"/>
                </a:lnTo>
                <a:lnTo>
                  <a:pt x="477" y="8032"/>
                </a:lnTo>
                <a:lnTo>
                  <a:pt x="503" y="8033"/>
                </a:lnTo>
                <a:lnTo>
                  <a:pt x="11568" y="8033"/>
                </a:lnTo>
                <a:lnTo>
                  <a:pt x="11594" y="8032"/>
                </a:lnTo>
                <a:lnTo>
                  <a:pt x="11619" y="8030"/>
                </a:lnTo>
                <a:lnTo>
                  <a:pt x="11645" y="8027"/>
                </a:lnTo>
                <a:lnTo>
                  <a:pt x="11670" y="8023"/>
                </a:lnTo>
                <a:lnTo>
                  <a:pt x="11694" y="8017"/>
                </a:lnTo>
                <a:lnTo>
                  <a:pt x="11718" y="8011"/>
                </a:lnTo>
                <a:lnTo>
                  <a:pt x="11741" y="8003"/>
                </a:lnTo>
                <a:lnTo>
                  <a:pt x="11764" y="7994"/>
                </a:lnTo>
                <a:lnTo>
                  <a:pt x="11786" y="7983"/>
                </a:lnTo>
                <a:lnTo>
                  <a:pt x="11809" y="7972"/>
                </a:lnTo>
                <a:lnTo>
                  <a:pt x="11829" y="7960"/>
                </a:lnTo>
                <a:lnTo>
                  <a:pt x="11850" y="7947"/>
                </a:lnTo>
                <a:lnTo>
                  <a:pt x="11869" y="7933"/>
                </a:lnTo>
                <a:lnTo>
                  <a:pt x="11888" y="7918"/>
                </a:lnTo>
                <a:lnTo>
                  <a:pt x="11906" y="7902"/>
                </a:lnTo>
                <a:lnTo>
                  <a:pt x="11924" y="7886"/>
                </a:lnTo>
                <a:lnTo>
                  <a:pt x="11940" y="7868"/>
                </a:lnTo>
                <a:lnTo>
                  <a:pt x="11956" y="7850"/>
                </a:lnTo>
                <a:lnTo>
                  <a:pt x="11972" y="7831"/>
                </a:lnTo>
                <a:lnTo>
                  <a:pt x="11986" y="7812"/>
                </a:lnTo>
                <a:lnTo>
                  <a:pt x="11999" y="7792"/>
                </a:lnTo>
                <a:lnTo>
                  <a:pt x="12011" y="7771"/>
                </a:lnTo>
                <a:lnTo>
                  <a:pt x="12022" y="7749"/>
                </a:lnTo>
                <a:lnTo>
                  <a:pt x="12032" y="7726"/>
                </a:lnTo>
                <a:lnTo>
                  <a:pt x="12041" y="7703"/>
                </a:lnTo>
                <a:lnTo>
                  <a:pt x="12049" y="7680"/>
                </a:lnTo>
                <a:lnTo>
                  <a:pt x="12055" y="7656"/>
                </a:lnTo>
                <a:lnTo>
                  <a:pt x="12061" y="7632"/>
                </a:lnTo>
                <a:lnTo>
                  <a:pt x="12065" y="7607"/>
                </a:lnTo>
                <a:lnTo>
                  <a:pt x="12068" y="7582"/>
                </a:lnTo>
                <a:lnTo>
                  <a:pt x="12070" y="7557"/>
                </a:lnTo>
                <a:lnTo>
                  <a:pt x="12071" y="7531"/>
                </a:lnTo>
                <a:lnTo>
                  <a:pt x="12071" y="502"/>
                </a:lnTo>
                <a:lnTo>
                  <a:pt x="12070" y="476"/>
                </a:lnTo>
                <a:lnTo>
                  <a:pt x="12068" y="451"/>
                </a:lnTo>
                <a:lnTo>
                  <a:pt x="12065" y="426"/>
                </a:lnTo>
                <a:lnTo>
                  <a:pt x="12061" y="401"/>
                </a:lnTo>
                <a:lnTo>
                  <a:pt x="12055" y="377"/>
                </a:lnTo>
                <a:lnTo>
                  <a:pt x="12049" y="353"/>
                </a:lnTo>
                <a:lnTo>
                  <a:pt x="12041" y="329"/>
                </a:lnTo>
                <a:lnTo>
                  <a:pt x="12032" y="306"/>
                </a:lnTo>
                <a:lnTo>
                  <a:pt x="12022" y="284"/>
                </a:lnTo>
                <a:lnTo>
                  <a:pt x="12011" y="263"/>
                </a:lnTo>
                <a:lnTo>
                  <a:pt x="11999" y="242"/>
                </a:lnTo>
                <a:lnTo>
                  <a:pt x="11986" y="221"/>
                </a:lnTo>
                <a:lnTo>
                  <a:pt x="11972" y="202"/>
                </a:lnTo>
                <a:lnTo>
                  <a:pt x="11956" y="183"/>
                </a:lnTo>
                <a:lnTo>
                  <a:pt x="11940" y="165"/>
                </a:lnTo>
                <a:lnTo>
                  <a:pt x="11924" y="147"/>
                </a:lnTo>
                <a:lnTo>
                  <a:pt x="11906" y="131"/>
                </a:lnTo>
                <a:lnTo>
                  <a:pt x="11888" y="115"/>
                </a:lnTo>
                <a:lnTo>
                  <a:pt x="11869" y="100"/>
                </a:lnTo>
                <a:lnTo>
                  <a:pt x="11850" y="85"/>
                </a:lnTo>
                <a:lnTo>
                  <a:pt x="11829" y="72"/>
                </a:lnTo>
                <a:lnTo>
                  <a:pt x="11809" y="60"/>
                </a:lnTo>
                <a:lnTo>
                  <a:pt x="11786" y="49"/>
                </a:lnTo>
                <a:lnTo>
                  <a:pt x="11764" y="39"/>
                </a:lnTo>
                <a:lnTo>
                  <a:pt x="11741" y="30"/>
                </a:lnTo>
                <a:lnTo>
                  <a:pt x="11718" y="22"/>
                </a:lnTo>
                <a:lnTo>
                  <a:pt x="11694" y="16"/>
                </a:lnTo>
                <a:lnTo>
                  <a:pt x="11670" y="10"/>
                </a:lnTo>
                <a:lnTo>
                  <a:pt x="11645" y="6"/>
                </a:lnTo>
                <a:lnTo>
                  <a:pt x="11619" y="3"/>
                </a:lnTo>
                <a:lnTo>
                  <a:pt x="11594" y="1"/>
                </a:lnTo>
                <a:lnTo>
                  <a:pt x="1156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2"/>
          <p:cNvSpPr txBox="1"/>
          <p:nvPr/>
        </p:nvSpPr>
        <p:spPr>
          <a:xfrm>
            <a:off x="290285" y="404967"/>
            <a:ext cx="6786814" cy="499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Calibri"/>
              <a:buNone/>
            </a:pPr>
            <a:r>
              <a:rPr b="0" i="0" lang="ko-KR" sz="3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고찰</a:t>
            </a:r>
            <a:r>
              <a:rPr b="0" i="0" lang="ko-KR" sz="2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1084815" y="1673984"/>
            <a:ext cx="10237232" cy="911484"/>
          </a:xfrm>
          <a:prstGeom prst="roundRect">
            <a:avLst>
              <a:gd fmla="val 9368" name="adj"/>
            </a:avLst>
          </a:prstGeom>
          <a:solidFill>
            <a:schemeClr val="lt2"/>
          </a:solidFill>
          <a:ln cap="flat" cmpd="sng" w="12700">
            <a:solidFill>
              <a:srgbClr val="D9D9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12"/>
          <p:cNvCxnSpPr/>
          <p:nvPr/>
        </p:nvCxnSpPr>
        <p:spPr>
          <a:xfrm>
            <a:off x="1012153" y="1643517"/>
            <a:ext cx="0" cy="959983"/>
          </a:xfrm>
          <a:prstGeom prst="straightConnector1">
            <a:avLst/>
          </a:prstGeom>
          <a:noFill/>
          <a:ln cap="flat" cmpd="sng" w="57150">
            <a:solidFill>
              <a:srgbClr val="21C0D7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619" name="Google Shape;619;p12"/>
          <p:cNvCxnSpPr/>
          <p:nvPr/>
        </p:nvCxnSpPr>
        <p:spPr>
          <a:xfrm>
            <a:off x="1012153" y="3393890"/>
            <a:ext cx="0" cy="2748356"/>
          </a:xfrm>
          <a:prstGeom prst="straightConnector1">
            <a:avLst/>
          </a:prstGeom>
          <a:noFill/>
          <a:ln cap="flat" cmpd="sng" w="57150">
            <a:solidFill>
              <a:srgbClr val="3B92FB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20" name="Google Shape;620;p12"/>
          <p:cNvSpPr txBox="1"/>
          <p:nvPr/>
        </p:nvSpPr>
        <p:spPr>
          <a:xfrm>
            <a:off x="1203026" y="1812866"/>
            <a:ext cx="9976821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Watch와 Stopwatch를 통합하고, 수동 시간 설정·자동 모드·</a:t>
            </a:r>
            <a:b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StopWatch의Run/Stop 제어모드별 출력 선택 기능을 구현함.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2"/>
          <p:cNvSpPr txBox="1"/>
          <p:nvPr/>
        </p:nvSpPr>
        <p:spPr>
          <a:xfrm>
            <a:off x="1270594" y="3475426"/>
            <a:ext cx="9909253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표시 중에도 Stopwatch 카운트가 유지되어, 표시 모드와 내부 카운터 동작이 독립적으로 수행됨을 확인함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btnR 입력에 따른 Run/Stop 전환과 반복적인 모드 변경을 통해, 카운트 정지 및 각 모드의 출력 선택 동작을 확인함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추후 SEC→MIN·MIN→HOUR 전체 Carry와 시간 최댓값 순환, 수동 설정과 자동 Tick이 동시에 발생하는 조건에 대한 추가 검증이 필요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Blue Creative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3b92fb"/>
      </a:accent1>
      <a:accent2>
        <a:srgbClr val="00a4e6"/>
      </a:accent2>
      <a:accent3>
        <a:srgbClr val="00b0d3"/>
      </a:accent3>
      <a:accent4>
        <a:srgbClr val="3abfc4"/>
      </a:accent4>
      <a:accent5>
        <a:srgbClr val="21c0d7"/>
      </a:accent5>
      <a:accent6>
        <a:srgbClr val="55d4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1528</ep:Words>
  <ep:PresentationFormat/>
  <ep:Paragraphs>298</ep:Paragraphs>
  <ep:Slides>20</ep:Slides>
  <ep:Notes>20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ep:HeadingPairs>
  <ep:TitlesOfParts>
    <vt:vector size="22" baseType="lpstr">
      <vt:lpstr>Office 테마</vt:lpstr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2026-10-01T13:51:39.000</dcterms:created>
  <dc:creator>성은 김</dc:creator>
  <cp:lastModifiedBy>kccistc</cp:lastModifiedBy>
  <dcterms:modified xsi:type="dcterms:W3CDTF">2026-10-19T05:41:19.756</dcterms:modified>
  <cp:revision>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